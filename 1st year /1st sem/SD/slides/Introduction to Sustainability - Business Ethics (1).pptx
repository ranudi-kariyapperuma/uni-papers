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D42A6F-F901-4ECD-9DED-8BDCCD1B651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F81423A-EDF0-448C-BB29-3C7E13662C7F}">
      <dgm:prSet/>
      <dgm:spPr/>
      <dgm:t>
        <a:bodyPr/>
        <a:lstStyle/>
        <a:p>
          <a:pPr algn="just"/>
          <a:r>
            <a:rPr lang="en-US" b="1" baseline="0"/>
            <a:t>Ethics is a set of moral standards for judging whether something is right or wrong. </a:t>
          </a:r>
          <a:endParaRPr lang="en-US" b="1"/>
        </a:p>
      </dgm:t>
    </dgm:pt>
    <dgm:pt modelId="{D63DCBC9-1FA3-4C78-95F3-E181F529EED0}" type="parTrans" cxnId="{0545FC2D-ADA1-48C9-9A70-7DB7BD91BDE7}">
      <dgm:prSet/>
      <dgm:spPr/>
      <dgm:t>
        <a:bodyPr/>
        <a:lstStyle/>
        <a:p>
          <a:pPr algn="just"/>
          <a:endParaRPr lang="en-US" b="1"/>
        </a:p>
      </dgm:t>
    </dgm:pt>
    <dgm:pt modelId="{2D1C41F0-94EF-47C3-B297-EFA3C401742D}" type="sibTrans" cxnId="{0545FC2D-ADA1-48C9-9A70-7DB7BD91BDE7}">
      <dgm:prSet/>
      <dgm:spPr/>
      <dgm:t>
        <a:bodyPr/>
        <a:lstStyle/>
        <a:p>
          <a:pPr algn="just"/>
          <a:endParaRPr lang="en-US" b="1"/>
        </a:p>
      </dgm:t>
    </dgm:pt>
    <dgm:pt modelId="{31AC6180-2487-484C-8E1A-7AD4B6CDD34D}">
      <dgm:prSet/>
      <dgm:spPr/>
      <dgm:t>
        <a:bodyPr/>
        <a:lstStyle/>
        <a:p>
          <a:pPr algn="just"/>
          <a:r>
            <a:rPr lang="en-US" b="1" baseline="0"/>
            <a:t>Ethics are a code of moral principles and values that governs the behaviours of a person or a group with respect to what is right and wrong</a:t>
          </a:r>
          <a:endParaRPr lang="en-US" b="1"/>
        </a:p>
      </dgm:t>
    </dgm:pt>
    <dgm:pt modelId="{0282616B-7A45-40D1-B493-902EF3491E3D}" type="parTrans" cxnId="{1904C786-1423-4673-B2A7-F4EE3B611802}">
      <dgm:prSet/>
      <dgm:spPr/>
      <dgm:t>
        <a:bodyPr/>
        <a:lstStyle/>
        <a:p>
          <a:pPr algn="just"/>
          <a:endParaRPr lang="en-US" b="1"/>
        </a:p>
      </dgm:t>
    </dgm:pt>
    <dgm:pt modelId="{3BEC007B-E491-4BA2-9E9B-88A27F7BC173}" type="sibTrans" cxnId="{1904C786-1423-4673-B2A7-F4EE3B611802}">
      <dgm:prSet/>
      <dgm:spPr/>
      <dgm:t>
        <a:bodyPr/>
        <a:lstStyle/>
        <a:p>
          <a:pPr algn="just"/>
          <a:endParaRPr lang="en-US" b="1"/>
        </a:p>
      </dgm:t>
    </dgm:pt>
    <dgm:pt modelId="{3E27CD36-C998-4B81-BE49-C9847F9ACF3E}">
      <dgm:prSet/>
      <dgm:spPr/>
      <dgm:t>
        <a:bodyPr/>
        <a:lstStyle/>
        <a:p>
          <a:pPr algn="just"/>
          <a:r>
            <a:rPr lang="en-US" b="1" baseline="0" dirty="0"/>
            <a:t>The first step in understanding business ethics is learning to recognize an ethical issue </a:t>
          </a:r>
          <a:endParaRPr lang="en-US" b="1" dirty="0"/>
        </a:p>
      </dgm:t>
    </dgm:pt>
    <dgm:pt modelId="{A26D8513-890F-4397-A04E-E3338D662EBB}" type="parTrans" cxnId="{2BE43503-9CE1-40C4-B5CD-EBD95CE9EFBE}">
      <dgm:prSet/>
      <dgm:spPr/>
      <dgm:t>
        <a:bodyPr/>
        <a:lstStyle/>
        <a:p>
          <a:pPr algn="just"/>
          <a:endParaRPr lang="en-US" b="1"/>
        </a:p>
      </dgm:t>
    </dgm:pt>
    <dgm:pt modelId="{AB234406-5A9A-4542-ACA3-988B15E17549}" type="sibTrans" cxnId="{2BE43503-9CE1-40C4-B5CD-EBD95CE9EFBE}">
      <dgm:prSet/>
      <dgm:spPr/>
      <dgm:t>
        <a:bodyPr/>
        <a:lstStyle/>
        <a:p>
          <a:pPr algn="just"/>
          <a:endParaRPr lang="en-US" b="1"/>
        </a:p>
      </dgm:t>
    </dgm:pt>
    <dgm:pt modelId="{7709660F-7854-40AC-8B6B-A43F9FCF892A}">
      <dgm:prSet/>
      <dgm:spPr/>
      <dgm:t>
        <a:bodyPr/>
        <a:lstStyle/>
        <a:p>
          <a:pPr algn="just"/>
          <a:r>
            <a:rPr lang="en-US" b="1" baseline="0"/>
            <a:t>An ethical issue is a situation where someone must choose between a set of actions that may be ethical or unethical</a:t>
          </a:r>
          <a:endParaRPr lang="en-US" b="1"/>
        </a:p>
      </dgm:t>
    </dgm:pt>
    <dgm:pt modelId="{7E5E2A7F-399B-4318-A2CB-9A18436E5A7F}" type="parTrans" cxnId="{93B3CA6F-4CB6-44EB-90D7-4B2D7E801592}">
      <dgm:prSet/>
      <dgm:spPr/>
      <dgm:t>
        <a:bodyPr/>
        <a:lstStyle/>
        <a:p>
          <a:pPr algn="just"/>
          <a:endParaRPr lang="en-US" b="1"/>
        </a:p>
      </dgm:t>
    </dgm:pt>
    <dgm:pt modelId="{3C3CBF92-1D81-4DD6-9DC3-C436CD6BE44B}" type="sibTrans" cxnId="{93B3CA6F-4CB6-44EB-90D7-4B2D7E801592}">
      <dgm:prSet/>
      <dgm:spPr/>
      <dgm:t>
        <a:bodyPr/>
        <a:lstStyle/>
        <a:p>
          <a:pPr algn="just"/>
          <a:endParaRPr lang="en-US" b="1"/>
        </a:p>
      </dgm:t>
    </dgm:pt>
    <dgm:pt modelId="{58841D11-E11E-471C-8E9B-18AB6C8410AA}" type="pres">
      <dgm:prSet presAssocID="{2DD42A6F-F901-4ECD-9DED-8BDCCD1B6516}" presName="root" presStyleCnt="0">
        <dgm:presLayoutVars>
          <dgm:dir/>
          <dgm:resizeHandles val="exact"/>
        </dgm:presLayoutVars>
      </dgm:prSet>
      <dgm:spPr/>
    </dgm:pt>
    <dgm:pt modelId="{C3575F1B-297E-4AEB-A8C9-33C3B31B3405}" type="pres">
      <dgm:prSet presAssocID="{1F81423A-EDF0-448C-BB29-3C7E13662C7F}" presName="compNode" presStyleCnt="0"/>
      <dgm:spPr/>
    </dgm:pt>
    <dgm:pt modelId="{216C2BC2-7440-4130-AB60-DDECDC1E388B}" type="pres">
      <dgm:prSet presAssocID="{1F81423A-EDF0-448C-BB29-3C7E13662C7F}" presName="bgRect" presStyleLbl="bgShp" presStyleIdx="0" presStyleCnt="4"/>
      <dgm:spPr/>
    </dgm:pt>
    <dgm:pt modelId="{13A78632-0A97-492A-988C-AFD0EE9BE339}" type="pres">
      <dgm:prSet presAssocID="{1F81423A-EDF0-448C-BB29-3C7E13662C7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B1D4F349-2F35-4446-AC64-8485A4347D9F}" type="pres">
      <dgm:prSet presAssocID="{1F81423A-EDF0-448C-BB29-3C7E13662C7F}" presName="spaceRect" presStyleCnt="0"/>
      <dgm:spPr/>
    </dgm:pt>
    <dgm:pt modelId="{8FF034B8-8DF2-4211-B52A-FCCA532DAE58}" type="pres">
      <dgm:prSet presAssocID="{1F81423A-EDF0-448C-BB29-3C7E13662C7F}" presName="parTx" presStyleLbl="revTx" presStyleIdx="0" presStyleCnt="4">
        <dgm:presLayoutVars>
          <dgm:chMax val="0"/>
          <dgm:chPref val="0"/>
        </dgm:presLayoutVars>
      </dgm:prSet>
      <dgm:spPr/>
    </dgm:pt>
    <dgm:pt modelId="{C975A9A7-0406-4436-9658-8D482912AA46}" type="pres">
      <dgm:prSet presAssocID="{2D1C41F0-94EF-47C3-B297-EFA3C401742D}" presName="sibTrans" presStyleCnt="0"/>
      <dgm:spPr/>
    </dgm:pt>
    <dgm:pt modelId="{7C18B9CE-B9F8-44C8-A128-0A9EDDAF07D5}" type="pres">
      <dgm:prSet presAssocID="{31AC6180-2487-484C-8E1A-7AD4B6CDD34D}" presName="compNode" presStyleCnt="0"/>
      <dgm:spPr/>
    </dgm:pt>
    <dgm:pt modelId="{184FD9B9-74D6-42AC-A5EF-A4A75A904763}" type="pres">
      <dgm:prSet presAssocID="{31AC6180-2487-484C-8E1A-7AD4B6CDD34D}" presName="bgRect" presStyleLbl="bgShp" presStyleIdx="1" presStyleCnt="4"/>
      <dgm:spPr/>
    </dgm:pt>
    <dgm:pt modelId="{86EA686D-EA9E-4F94-91C9-2FB86B54DBED}" type="pres">
      <dgm:prSet presAssocID="{31AC6180-2487-484C-8E1A-7AD4B6CDD34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9E8F9A77-75DD-4485-8384-E627370C4FD3}" type="pres">
      <dgm:prSet presAssocID="{31AC6180-2487-484C-8E1A-7AD4B6CDD34D}" presName="spaceRect" presStyleCnt="0"/>
      <dgm:spPr/>
    </dgm:pt>
    <dgm:pt modelId="{27449C06-6D5A-44AC-BF45-2A194216E283}" type="pres">
      <dgm:prSet presAssocID="{31AC6180-2487-484C-8E1A-7AD4B6CDD34D}" presName="parTx" presStyleLbl="revTx" presStyleIdx="1" presStyleCnt="4">
        <dgm:presLayoutVars>
          <dgm:chMax val="0"/>
          <dgm:chPref val="0"/>
        </dgm:presLayoutVars>
      </dgm:prSet>
      <dgm:spPr/>
    </dgm:pt>
    <dgm:pt modelId="{6C503FCC-DA34-4FC6-A8A2-FC44623A8FD0}" type="pres">
      <dgm:prSet presAssocID="{3BEC007B-E491-4BA2-9E9B-88A27F7BC173}" presName="sibTrans" presStyleCnt="0"/>
      <dgm:spPr/>
    </dgm:pt>
    <dgm:pt modelId="{F12ED9FE-D4A7-413B-B76F-BB5822676F40}" type="pres">
      <dgm:prSet presAssocID="{3E27CD36-C998-4B81-BE49-C9847F9ACF3E}" presName="compNode" presStyleCnt="0"/>
      <dgm:spPr/>
    </dgm:pt>
    <dgm:pt modelId="{F8ABFD85-00A6-416C-98DE-284F5CFC2950}" type="pres">
      <dgm:prSet presAssocID="{3E27CD36-C998-4B81-BE49-C9847F9ACF3E}" presName="bgRect" presStyleLbl="bgShp" presStyleIdx="2" presStyleCnt="4"/>
      <dgm:spPr/>
    </dgm:pt>
    <dgm:pt modelId="{7236E6AF-8686-4051-B903-889DA4859F65}" type="pres">
      <dgm:prSet presAssocID="{3E27CD36-C998-4B81-BE49-C9847F9ACF3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9E458CF-65FF-4BF1-A071-5B604A0F7B59}" type="pres">
      <dgm:prSet presAssocID="{3E27CD36-C998-4B81-BE49-C9847F9ACF3E}" presName="spaceRect" presStyleCnt="0"/>
      <dgm:spPr/>
    </dgm:pt>
    <dgm:pt modelId="{E9C4DCBE-5B5E-4CCA-A6ED-C92BD7AA81ED}" type="pres">
      <dgm:prSet presAssocID="{3E27CD36-C998-4B81-BE49-C9847F9ACF3E}" presName="parTx" presStyleLbl="revTx" presStyleIdx="2" presStyleCnt="4">
        <dgm:presLayoutVars>
          <dgm:chMax val="0"/>
          <dgm:chPref val="0"/>
        </dgm:presLayoutVars>
      </dgm:prSet>
      <dgm:spPr/>
    </dgm:pt>
    <dgm:pt modelId="{FE913E4F-BA5F-4078-85A1-12B71229F5E4}" type="pres">
      <dgm:prSet presAssocID="{AB234406-5A9A-4542-ACA3-988B15E17549}" presName="sibTrans" presStyleCnt="0"/>
      <dgm:spPr/>
    </dgm:pt>
    <dgm:pt modelId="{B337F12D-7D6C-40D0-96FA-96C930FEC166}" type="pres">
      <dgm:prSet presAssocID="{7709660F-7854-40AC-8B6B-A43F9FCF892A}" presName="compNode" presStyleCnt="0"/>
      <dgm:spPr/>
    </dgm:pt>
    <dgm:pt modelId="{D969BE53-2DA5-4CC5-BB1D-DB338A3C3CF8}" type="pres">
      <dgm:prSet presAssocID="{7709660F-7854-40AC-8B6B-A43F9FCF892A}" presName="bgRect" presStyleLbl="bgShp" presStyleIdx="3" presStyleCnt="4"/>
      <dgm:spPr/>
    </dgm:pt>
    <dgm:pt modelId="{19FC141D-56A6-4F54-8471-E28EB0522944}" type="pres">
      <dgm:prSet presAssocID="{7709660F-7854-40AC-8B6B-A43F9FCF892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66D1A33C-286A-4611-A0D9-E4018287B912}" type="pres">
      <dgm:prSet presAssocID="{7709660F-7854-40AC-8B6B-A43F9FCF892A}" presName="spaceRect" presStyleCnt="0"/>
      <dgm:spPr/>
    </dgm:pt>
    <dgm:pt modelId="{FAB6A135-5297-4CF6-AE1F-140B4DA5339E}" type="pres">
      <dgm:prSet presAssocID="{7709660F-7854-40AC-8B6B-A43F9FCF892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BE43503-9CE1-40C4-B5CD-EBD95CE9EFBE}" srcId="{2DD42A6F-F901-4ECD-9DED-8BDCCD1B6516}" destId="{3E27CD36-C998-4B81-BE49-C9847F9ACF3E}" srcOrd="2" destOrd="0" parTransId="{A26D8513-890F-4397-A04E-E3338D662EBB}" sibTransId="{AB234406-5A9A-4542-ACA3-988B15E17549}"/>
    <dgm:cxn modelId="{0545FC2D-ADA1-48C9-9A70-7DB7BD91BDE7}" srcId="{2DD42A6F-F901-4ECD-9DED-8BDCCD1B6516}" destId="{1F81423A-EDF0-448C-BB29-3C7E13662C7F}" srcOrd="0" destOrd="0" parTransId="{D63DCBC9-1FA3-4C78-95F3-E181F529EED0}" sibTransId="{2D1C41F0-94EF-47C3-B297-EFA3C401742D}"/>
    <dgm:cxn modelId="{93B3CA6F-4CB6-44EB-90D7-4B2D7E801592}" srcId="{2DD42A6F-F901-4ECD-9DED-8BDCCD1B6516}" destId="{7709660F-7854-40AC-8B6B-A43F9FCF892A}" srcOrd="3" destOrd="0" parTransId="{7E5E2A7F-399B-4318-A2CB-9A18436E5A7F}" sibTransId="{3C3CBF92-1D81-4DD6-9DC3-C436CD6BE44B}"/>
    <dgm:cxn modelId="{1904C786-1423-4673-B2A7-F4EE3B611802}" srcId="{2DD42A6F-F901-4ECD-9DED-8BDCCD1B6516}" destId="{31AC6180-2487-484C-8E1A-7AD4B6CDD34D}" srcOrd="1" destOrd="0" parTransId="{0282616B-7A45-40D1-B493-902EF3491E3D}" sibTransId="{3BEC007B-E491-4BA2-9E9B-88A27F7BC173}"/>
    <dgm:cxn modelId="{EBF17389-CEFF-48A4-8B75-CBDCCF9B11FB}" type="presOf" srcId="{1F81423A-EDF0-448C-BB29-3C7E13662C7F}" destId="{8FF034B8-8DF2-4211-B52A-FCCA532DAE58}" srcOrd="0" destOrd="0" presId="urn:microsoft.com/office/officeart/2018/2/layout/IconVerticalSolidList"/>
    <dgm:cxn modelId="{77E992CE-D602-4744-A938-C347E37AB103}" type="presOf" srcId="{3E27CD36-C998-4B81-BE49-C9847F9ACF3E}" destId="{E9C4DCBE-5B5E-4CCA-A6ED-C92BD7AA81ED}" srcOrd="0" destOrd="0" presId="urn:microsoft.com/office/officeart/2018/2/layout/IconVerticalSolidList"/>
    <dgm:cxn modelId="{94FEFED6-657E-4430-875A-B7CA06424F03}" type="presOf" srcId="{2DD42A6F-F901-4ECD-9DED-8BDCCD1B6516}" destId="{58841D11-E11E-471C-8E9B-18AB6C8410AA}" srcOrd="0" destOrd="0" presId="urn:microsoft.com/office/officeart/2018/2/layout/IconVerticalSolidList"/>
    <dgm:cxn modelId="{0164F5E8-E44C-4A3D-B3D9-817B18167636}" type="presOf" srcId="{31AC6180-2487-484C-8E1A-7AD4B6CDD34D}" destId="{27449C06-6D5A-44AC-BF45-2A194216E283}" srcOrd="0" destOrd="0" presId="urn:microsoft.com/office/officeart/2018/2/layout/IconVerticalSolidList"/>
    <dgm:cxn modelId="{12F9D6EE-8472-487C-B270-9E6E8C521FD3}" type="presOf" srcId="{7709660F-7854-40AC-8B6B-A43F9FCF892A}" destId="{FAB6A135-5297-4CF6-AE1F-140B4DA5339E}" srcOrd="0" destOrd="0" presId="urn:microsoft.com/office/officeart/2018/2/layout/IconVerticalSolidList"/>
    <dgm:cxn modelId="{162A02A9-1F8C-4FC8-9249-D87EA062D7D0}" type="presParOf" srcId="{58841D11-E11E-471C-8E9B-18AB6C8410AA}" destId="{C3575F1B-297E-4AEB-A8C9-33C3B31B3405}" srcOrd="0" destOrd="0" presId="urn:microsoft.com/office/officeart/2018/2/layout/IconVerticalSolidList"/>
    <dgm:cxn modelId="{FC14542F-371B-4E08-B80E-438A8EBD1F5A}" type="presParOf" srcId="{C3575F1B-297E-4AEB-A8C9-33C3B31B3405}" destId="{216C2BC2-7440-4130-AB60-DDECDC1E388B}" srcOrd="0" destOrd="0" presId="urn:microsoft.com/office/officeart/2018/2/layout/IconVerticalSolidList"/>
    <dgm:cxn modelId="{0A537CCC-771E-4DB8-A14B-86BA340748E0}" type="presParOf" srcId="{C3575F1B-297E-4AEB-A8C9-33C3B31B3405}" destId="{13A78632-0A97-492A-988C-AFD0EE9BE339}" srcOrd="1" destOrd="0" presId="urn:microsoft.com/office/officeart/2018/2/layout/IconVerticalSolidList"/>
    <dgm:cxn modelId="{25084736-D946-4E29-8198-6E59AD662ACC}" type="presParOf" srcId="{C3575F1B-297E-4AEB-A8C9-33C3B31B3405}" destId="{B1D4F349-2F35-4446-AC64-8485A4347D9F}" srcOrd="2" destOrd="0" presId="urn:microsoft.com/office/officeart/2018/2/layout/IconVerticalSolidList"/>
    <dgm:cxn modelId="{49CC30EF-5395-4DAF-87AE-4D9AE7F3CE76}" type="presParOf" srcId="{C3575F1B-297E-4AEB-A8C9-33C3B31B3405}" destId="{8FF034B8-8DF2-4211-B52A-FCCA532DAE58}" srcOrd="3" destOrd="0" presId="urn:microsoft.com/office/officeart/2018/2/layout/IconVerticalSolidList"/>
    <dgm:cxn modelId="{AD5F9DE7-2EF2-4EF8-8636-8C3BA611A298}" type="presParOf" srcId="{58841D11-E11E-471C-8E9B-18AB6C8410AA}" destId="{C975A9A7-0406-4436-9658-8D482912AA46}" srcOrd="1" destOrd="0" presId="urn:microsoft.com/office/officeart/2018/2/layout/IconVerticalSolidList"/>
    <dgm:cxn modelId="{9E3EED5D-D628-4910-9F17-4FD1EB801EB2}" type="presParOf" srcId="{58841D11-E11E-471C-8E9B-18AB6C8410AA}" destId="{7C18B9CE-B9F8-44C8-A128-0A9EDDAF07D5}" srcOrd="2" destOrd="0" presId="urn:microsoft.com/office/officeart/2018/2/layout/IconVerticalSolidList"/>
    <dgm:cxn modelId="{BC28D4E3-31A6-4797-89FC-A0C2D02042B8}" type="presParOf" srcId="{7C18B9CE-B9F8-44C8-A128-0A9EDDAF07D5}" destId="{184FD9B9-74D6-42AC-A5EF-A4A75A904763}" srcOrd="0" destOrd="0" presId="urn:microsoft.com/office/officeart/2018/2/layout/IconVerticalSolidList"/>
    <dgm:cxn modelId="{A54C4AFE-99E6-4F8B-8B6A-DDD37C2922AD}" type="presParOf" srcId="{7C18B9CE-B9F8-44C8-A128-0A9EDDAF07D5}" destId="{86EA686D-EA9E-4F94-91C9-2FB86B54DBED}" srcOrd="1" destOrd="0" presId="urn:microsoft.com/office/officeart/2018/2/layout/IconVerticalSolidList"/>
    <dgm:cxn modelId="{4BC7CD3C-A215-485B-AF9C-DAFC728BE67F}" type="presParOf" srcId="{7C18B9CE-B9F8-44C8-A128-0A9EDDAF07D5}" destId="{9E8F9A77-75DD-4485-8384-E627370C4FD3}" srcOrd="2" destOrd="0" presId="urn:microsoft.com/office/officeart/2018/2/layout/IconVerticalSolidList"/>
    <dgm:cxn modelId="{0208D939-2256-4AA1-ABE6-CDF8F07146AD}" type="presParOf" srcId="{7C18B9CE-B9F8-44C8-A128-0A9EDDAF07D5}" destId="{27449C06-6D5A-44AC-BF45-2A194216E283}" srcOrd="3" destOrd="0" presId="urn:microsoft.com/office/officeart/2018/2/layout/IconVerticalSolidList"/>
    <dgm:cxn modelId="{72E7777F-0DB9-463B-8949-25B33C9550C3}" type="presParOf" srcId="{58841D11-E11E-471C-8E9B-18AB6C8410AA}" destId="{6C503FCC-DA34-4FC6-A8A2-FC44623A8FD0}" srcOrd="3" destOrd="0" presId="urn:microsoft.com/office/officeart/2018/2/layout/IconVerticalSolidList"/>
    <dgm:cxn modelId="{A192DEAC-690A-40E6-A4AA-E3B33F439026}" type="presParOf" srcId="{58841D11-E11E-471C-8E9B-18AB6C8410AA}" destId="{F12ED9FE-D4A7-413B-B76F-BB5822676F40}" srcOrd="4" destOrd="0" presId="urn:microsoft.com/office/officeart/2018/2/layout/IconVerticalSolidList"/>
    <dgm:cxn modelId="{8A9725B7-3917-4907-B5B6-4F08FC1011DC}" type="presParOf" srcId="{F12ED9FE-D4A7-413B-B76F-BB5822676F40}" destId="{F8ABFD85-00A6-416C-98DE-284F5CFC2950}" srcOrd="0" destOrd="0" presId="urn:microsoft.com/office/officeart/2018/2/layout/IconVerticalSolidList"/>
    <dgm:cxn modelId="{C6783AF8-DA1D-403B-AB6C-E8B6144436F7}" type="presParOf" srcId="{F12ED9FE-D4A7-413B-B76F-BB5822676F40}" destId="{7236E6AF-8686-4051-B903-889DA4859F65}" srcOrd="1" destOrd="0" presId="urn:microsoft.com/office/officeart/2018/2/layout/IconVerticalSolidList"/>
    <dgm:cxn modelId="{7DA233FE-DCF3-4E49-842D-AFFAE53E2E80}" type="presParOf" srcId="{F12ED9FE-D4A7-413B-B76F-BB5822676F40}" destId="{E9E458CF-65FF-4BF1-A071-5B604A0F7B59}" srcOrd="2" destOrd="0" presId="urn:microsoft.com/office/officeart/2018/2/layout/IconVerticalSolidList"/>
    <dgm:cxn modelId="{B59D5840-D208-4002-AF6B-D76C11CD3BBA}" type="presParOf" srcId="{F12ED9FE-D4A7-413B-B76F-BB5822676F40}" destId="{E9C4DCBE-5B5E-4CCA-A6ED-C92BD7AA81ED}" srcOrd="3" destOrd="0" presId="urn:microsoft.com/office/officeart/2018/2/layout/IconVerticalSolidList"/>
    <dgm:cxn modelId="{3CDE00E3-56B0-4AE0-A6D3-9514C59E392E}" type="presParOf" srcId="{58841D11-E11E-471C-8E9B-18AB6C8410AA}" destId="{FE913E4F-BA5F-4078-85A1-12B71229F5E4}" srcOrd="5" destOrd="0" presId="urn:microsoft.com/office/officeart/2018/2/layout/IconVerticalSolidList"/>
    <dgm:cxn modelId="{0D19BB96-F9F9-4CD7-A645-80536ED5C35A}" type="presParOf" srcId="{58841D11-E11E-471C-8E9B-18AB6C8410AA}" destId="{B337F12D-7D6C-40D0-96FA-96C930FEC166}" srcOrd="6" destOrd="0" presId="urn:microsoft.com/office/officeart/2018/2/layout/IconVerticalSolidList"/>
    <dgm:cxn modelId="{812B96A5-C6D8-477D-8337-55444E4D1EC3}" type="presParOf" srcId="{B337F12D-7D6C-40D0-96FA-96C930FEC166}" destId="{D969BE53-2DA5-4CC5-BB1D-DB338A3C3CF8}" srcOrd="0" destOrd="0" presId="urn:microsoft.com/office/officeart/2018/2/layout/IconVerticalSolidList"/>
    <dgm:cxn modelId="{88337765-7A45-495A-83EF-3765EBDCFC6C}" type="presParOf" srcId="{B337F12D-7D6C-40D0-96FA-96C930FEC166}" destId="{19FC141D-56A6-4F54-8471-E28EB0522944}" srcOrd="1" destOrd="0" presId="urn:microsoft.com/office/officeart/2018/2/layout/IconVerticalSolidList"/>
    <dgm:cxn modelId="{3429D65F-3D88-45BA-8FC1-2106C627119E}" type="presParOf" srcId="{B337F12D-7D6C-40D0-96FA-96C930FEC166}" destId="{66D1A33C-286A-4611-A0D9-E4018287B912}" srcOrd="2" destOrd="0" presId="urn:microsoft.com/office/officeart/2018/2/layout/IconVerticalSolidList"/>
    <dgm:cxn modelId="{99E3F8B9-2274-48A1-B0AF-DE4B08E1EBB3}" type="presParOf" srcId="{B337F12D-7D6C-40D0-96FA-96C930FEC166}" destId="{FAB6A135-5297-4CF6-AE1F-140B4DA5339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6F05FDE-6B1B-42BD-B1DD-CA71684B7FDA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D907412-5C25-4917-A5FC-2F0BC4BD185B}">
      <dgm:prSet/>
      <dgm:spPr/>
      <dgm:t>
        <a:bodyPr/>
        <a:lstStyle/>
        <a:p>
          <a:r>
            <a:rPr lang="en-US" b="0" baseline="0"/>
            <a:t>Taking things that don’t belong to you </a:t>
          </a:r>
          <a:endParaRPr lang="en-US"/>
        </a:p>
      </dgm:t>
    </dgm:pt>
    <dgm:pt modelId="{01D2890A-8CE4-4E86-B658-3734519D8F26}" type="parTrans" cxnId="{161C2494-45BF-45C4-8EC4-941696FE4151}">
      <dgm:prSet/>
      <dgm:spPr/>
      <dgm:t>
        <a:bodyPr/>
        <a:lstStyle/>
        <a:p>
          <a:endParaRPr lang="en-US"/>
        </a:p>
      </dgm:t>
    </dgm:pt>
    <dgm:pt modelId="{FDB2566F-7C9E-4B47-ABD3-9CFB1D02EBBE}" type="sibTrans" cxnId="{161C2494-45BF-45C4-8EC4-941696FE4151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5A74604B-5BB2-4420-AF15-7D1DC49AC72E}">
      <dgm:prSet/>
      <dgm:spPr/>
      <dgm:t>
        <a:bodyPr/>
        <a:lstStyle/>
        <a:p>
          <a:r>
            <a:rPr lang="en-US" b="0" baseline="0"/>
            <a:t>Saying things, you know are not true </a:t>
          </a:r>
          <a:endParaRPr lang="en-US"/>
        </a:p>
      </dgm:t>
    </dgm:pt>
    <dgm:pt modelId="{D1444553-471A-4707-851F-69CBD36A5E90}" type="parTrans" cxnId="{89DDB4DD-208B-49C9-952A-68BEC8C615CE}">
      <dgm:prSet/>
      <dgm:spPr/>
      <dgm:t>
        <a:bodyPr/>
        <a:lstStyle/>
        <a:p>
          <a:endParaRPr lang="en-US"/>
        </a:p>
      </dgm:t>
    </dgm:pt>
    <dgm:pt modelId="{C26EFA15-68BB-4664-B053-DB721A5E466B}" type="sibTrans" cxnId="{89DDB4DD-208B-49C9-952A-68BEC8C615CE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C7EA16FF-0C37-47D4-B2C4-244A7EE4C795}">
      <dgm:prSet/>
      <dgm:spPr/>
      <dgm:t>
        <a:bodyPr/>
        <a:lstStyle/>
        <a:p>
          <a:r>
            <a:rPr lang="en-US" b="0" baseline="0"/>
            <a:t>Giving or allowing false impressions </a:t>
          </a:r>
          <a:endParaRPr lang="en-US"/>
        </a:p>
      </dgm:t>
    </dgm:pt>
    <dgm:pt modelId="{A142F8F5-BD36-4EE8-8C78-F9BE79783812}" type="parTrans" cxnId="{D3CD3E49-3AD9-4094-A8EA-74D6E3071C05}">
      <dgm:prSet/>
      <dgm:spPr/>
      <dgm:t>
        <a:bodyPr/>
        <a:lstStyle/>
        <a:p>
          <a:endParaRPr lang="en-US"/>
        </a:p>
      </dgm:t>
    </dgm:pt>
    <dgm:pt modelId="{8EF14B2C-EF21-4E15-8DB7-3551E6F9598E}" type="sibTrans" cxnId="{D3CD3E49-3AD9-4094-A8EA-74D6E3071C05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53ED3D4E-CFAF-4C54-AE26-40F26CAAA196}">
      <dgm:prSet/>
      <dgm:spPr/>
      <dgm:t>
        <a:bodyPr/>
        <a:lstStyle/>
        <a:p>
          <a:r>
            <a:rPr lang="en-US" b="0" baseline="0"/>
            <a:t>Buying influence or engaging in a conflict of interest </a:t>
          </a:r>
          <a:endParaRPr lang="en-US"/>
        </a:p>
      </dgm:t>
    </dgm:pt>
    <dgm:pt modelId="{8DBAD6D7-B94E-4F04-83A4-41E8F0C8AFAC}" type="parTrans" cxnId="{BD7E98B1-1095-4573-8433-79524F2375B8}">
      <dgm:prSet/>
      <dgm:spPr/>
      <dgm:t>
        <a:bodyPr/>
        <a:lstStyle/>
        <a:p>
          <a:endParaRPr lang="en-US"/>
        </a:p>
      </dgm:t>
    </dgm:pt>
    <dgm:pt modelId="{5EDAC27C-C0C1-4129-995D-74B053AFD5AC}" type="sibTrans" cxnId="{BD7E98B1-1095-4573-8433-79524F2375B8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3F4979AC-2E2F-424C-913D-327BD6786B5C}">
      <dgm:prSet/>
      <dgm:spPr/>
      <dgm:t>
        <a:bodyPr/>
        <a:lstStyle/>
        <a:p>
          <a:r>
            <a:rPr lang="en-US" b="0" baseline="0"/>
            <a:t>Hiding or divulging information </a:t>
          </a:r>
          <a:endParaRPr lang="en-US"/>
        </a:p>
      </dgm:t>
    </dgm:pt>
    <dgm:pt modelId="{B7503909-58C1-4B5B-8E46-B4CD5F48284B}" type="parTrans" cxnId="{9463B652-130E-4BDA-B47B-16BF9E8FF77A}">
      <dgm:prSet/>
      <dgm:spPr/>
      <dgm:t>
        <a:bodyPr/>
        <a:lstStyle/>
        <a:p>
          <a:endParaRPr lang="en-US"/>
        </a:p>
      </dgm:t>
    </dgm:pt>
    <dgm:pt modelId="{B1FA4512-92EC-4DB9-B353-78F89BA07BAA}" type="sibTrans" cxnId="{9463B652-130E-4BDA-B47B-16BF9E8FF77A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017A7781-513D-4D10-9DF7-C444A185A337}" type="pres">
      <dgm:prSet presAssocID="{C6F05FDE-6B1B-42BD-B1DD-CA71684B7FDA}" presName="Name0" presStyleCnt="0">
        <dgm:presLayoutVars>
          <dgm:animLvl val="lvl"/>
          <dgm:resizeHandles val="exact"/>
        </dgm:presLayoutVars>
      </dgm:prSet>
      <dgm:spPr/>
    </dgm:pt>
    <dgm:pt modelId="{7A9487E7-CBAE-496A-9FCB-451D77FDEC8D}" type="pres">
      <dgm:prSet presAssocID="{1D907412-5C25-4917-A5FC-2F0BC4BD185B}" presName="compositeNode" presStyleCnt="0">
        <dgm:presLayoutVars>
          <dgm:bulletEnabled val="1"/>
        </dgm:presLayoutVars>
      </dgm:prSet>
      <dgm:spPr/>
    </dgm:pt>
    <dgm:pt modelId="{F021B7D6-8062-4F58-B138-9E83910C9426}" type="pres">
      <dgm:prSet presAssocID="{1D907412-5C25-4917-A5FC-2F0BC4BD185B}" presName="bgRect" presStyleLbl="bgAccFollowNode1" presStyleIdx="0" presStyleCnt="5"/>
      <dgm:spPr/>
    </dgm:pt>
    <dgm:pt modelId="{9CABE062-69C1-41B6-BD82-798BC50B8062}" type="pres">
      <dgm:prSet presAssocID="{FDB2566F-7C9E-4B47-ABD3-9CFB1D02EBBE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C46F64B3-3DB6-4A70-B0D1-F8F4321CBD3B}" type="pres">
      <dgm:prSet presAssocID="{1D907412-5C25-4917-A5FC-2F0BC4BD185B}" presName="bottomLine" presStyleLbl="alignNode1" presStyleIdx="1" presStyleCnt="10">
        <dgm:presLayoutVars/>
      </dgm:prSet>
      <dgm:spPr/>
    </dgm:pt>
    <dgm:pt modelId="{300F31A3-64AC-423E-B4D1-FAF8A02D3FF3}" type="pres">
      <dgm:prSet presAssocID="{1D907412-5C25-4917-A5FC-2F0BC4BD185B}" presName="nodeText" presStyleLbl="bgAccFollowNode1" presStyleIdx="0" presStyleCnt="5">
        <dgm:presLayoutVars>
          <dgm:bulletEnabled val="1"/>
        </dgm:presLayoutVars>
      </dgm:prSet>
      <dgm:spPr/>
    </dgm:pt>
    <dgm:pt modelId="{52ACBB6C-C0A2-4FFA-B748-5DA381EE7D8A}" type="pres">
      <dgm:prSet presAssocID="{FDB2566F-7C9E-4B47-ABD3-9CFB1D02EBBE}" presName="sibTrans" presStyleCnt="0"/>
      <dgm:spPr/>
    </dgm:pt>
    <dgm:pt modelId="{A1FC4362-9A8A-4AB7-8860-D964E2237685}" type="pres">
      <dgm:prSet presAssocID="{5A74604B-5BB2-4420-AF15-7D1DC49AC72E}" presName="compositeNode" presStyleCnt="0">
        <dgm:presLayoutVars>
          <dgm:bulletEnabled val="1"/>
        </dgm:presLayoutVars>
      </dgm:prSet>
      <dgm:spPr/>
    </dgm:pt>
    <dgm:pt modelId="{8CBFBC85-E650-46B5-85AF-3B933A67EF86}" type="pres">
      <dgm:prSet presAssocID="{5A74604B-5BB2-4420-AF15-7D1DC49AC72E}" presName="bgRect" presStyleLbl="bgAccFollowNode1" presStyleIdx="1" presStyleCnt="5"/>
      <dgm:spPr/>
    </dgm:pt>
    <dgm:pt modelId="{2EBD3AEB-0A03-489C-808D-3817FD8FC0C7}" type="pres">
      <dgm:prSet presAssocID="{C26EFA15-68BB-4664-B053-DB721A5E466B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45B2E97B-712B-44AF-8E97-2A2A4C7BBFFD}" type="pres">
      <dgm:prSet presAssocID="{5A74604B-5BB2-4420-AF15-7D1DC49AC72E}" presName="bottomLine" presStyleLbl="alignNode1" presStyleIdx="3" presStyleCnt="10">
        <dgm:presLayoutVars/>
      </dgm:prSet>
      <dgm:spPr/>
    </dgm:pt>
    <dgm:pt modelId="{54ABB8BC-1A45-4EC8-802E-4CE60EDAA61E}" type="pres">
      <dgm:prSet presAssocID="{5A74604B-5BB2-4420-AF15-7D1DC49AC72E}" presName="nodeText" presStyleLbl="bgAccFollowNode1" presStyleIdx="1" presStyleCnt="5">
        <dgm:presLayoutVars>
          <dgm:bulletEnabled val="1"/>
        </dgm:presLayoutVars>
      </dgm:prSet>
      <dgm:spPr/>
    </dgm:pt>
    <dgm:pt modelId="{DD32A6B3-B1FD-42B7-A251-E4E017BDD0A9}" type="pres">
      <dgm:prSet presAssocID="{C26EFA15-68BB-4664-B053-DB721A5E466B}" presName="sibTrans" presStyleCnt="0"/>
      <dgm:spPr/>
    </dgm:pt>
    <dgm:pt modelId="{06977648-376D-40C0-9F9B-4527476DEC38}" type="pres">
      <dgm:prSet presAssocID="{C7EA16FF-0C37-47D4-B2C4-244A7EE4C795}" presName="compositeNode" presStyleCnt="0">
        <dgm:presLayoutVars>
          <dgm:bulletEnabled val="1"/>
        </dgm:presLayoutVars>
      </dgm:prSet>
      <dgm:spPr/>
    </dgm:pt>
    <dgm:pt modelId="{1D95112B-0CB6-4803-B065-8F20340C4DE1}" type="pres">
      <dgm:prSet presAssocID="{C7EA16FF-0C37-47D4-B2C4-244A7EE4C795}" presName="bgRect" presStyleLbl="bgAccFollowNode1" presStyleIdx="2" presStyleCnt="5"/>
      <dgm:spPr/>
    </dgm:pt>
    <dgm:pt modelId="{39BEA610-EBD9-44F4-A756-CD64B95BB894}" type="pres">
      <dgm:prSet presAssocID="{8EF14B2C-EF21-4E15-8DB7-3551E6F9598E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2722E319-A24D-4F08-BA1E-C48D456F328C}" type="pres">
      <dgm:prSet presAssocID="{C7EA16FF-0C37-47D4-B2C4-244A7EE4C795}" presName="bottomLine" presStyleLbl="alignNode1" presStyleIdx="5" presStyleCnt="10">
        <dgm:presLayoutVars/>
      </dgm:prSet>
      <dgm:spPr/>
    </dgm:pt>
    <dgm:pt modelId="{00836580-4C99-4EF4-ABF9-3CF076CEF46F}" type="pres">
      <dgm:prSet presAssocID="{C7EA16FF-0C37-47D4-B2C4-244A7EE4C795}" presName="nodeText" presStyleLbl="bgAccFollowNode1" presStyleIdx="2" presStyleCnt="5">
        <dgm:presLayoutVars>
          <dgm:bulletEnabled val="1"/>
        </dgm:presLayoutVars>
      </dgm:prSet>
      <dgm:spPr/>
    </dgm:pt>
    <dgm:pt modelId="{EEA2C95A-DE0C-4E84-BC12-36108752135B}" type="pres">
      <dgm:prSet presAssocID="{8EF14B2C-EF21-4E15-8DB7-3551E6F9598E}" presName="sibTrans" presStyleCnt="0"/>
      <dgm:spPr/>
    </dgm:pt>
    <dgm:pt modelId="{31FE3748-B756-40D9-B901-6DAB3120CDC9}" type="pres">
      <dgm:prSet presAssocID="{53ED3D4E-CFAF-4C54-AE26-40F26CAAA196}" presName="compositeNode" presStyleCnt="0">
        <dgm:presLayoutVars>
          <dgm:bulletEnabled val="1"/>
        </dgm:presLayoutVars>
      </dgm:prSet>
      <dgm:spPr/>
    </dgm:pt>
    <dgm:pt modelId="{66268733-0EA4-4BA9-9835-49BC5A2235B6}" type="pres">
      <dgm:prSet presAssocID="{53ED3D4E-CFAF-4C54-AE26-40F26CAAA196}" presName="bgRect" presStyleLbl="bgAccFollowNode1" presStyleIdx="3" presStyleCnt="5"/>
      <dgm:spPr/>
    </dgm:pt>
    <dgm:pt modelId="{B748A9FF-C98F-41BE-958D-88A8E023ACC5}" type="pres">
      <dgm:prSet presAssocID="{5EDAC27C-C0C1-4129-995D-74B053AFD5AC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61ED9714-2DD5-4B5F-AC82-BC83EEB5FC81}" type="pres">
      <dgm:prSet presAssocID="{53ED3D4E-CFAF-4C54-AE26-40F26CAAA196}" presName="bottomLine" presStyleLbl="alignNode1" presStyleIdx="7" presStyleCnt="10">
        <dgm:presLayoutVars/>
      </dgm:prSet>
      <dgm:spPr/>
    </dgm:pt>
    <dgm:pt modelId="{50AC962D-6618-4A54-9030-C4BB1DB289B6}" type="pres">
      <dgm:prSet presAssocID="{53ED3D4E-CFAF-4C54-AE26-40F26CAAA196}" presName="nodeText" presStyleLbl="bgAccFollowNode1" presStyleIdx="3" presStyleCnt="5">
        <dgm:presLayoutVars>
          <dgm:bulletEnabled val="1"/>
        </dgm:presLayoutVars>
      </dgm:prSet>
      <dgm:spPr/>
    </dgm:pt>
    <dgm:pt modelId="{BEB6DC01-2F1F-487F-AFD8-B95819B43AAF}" type="pres">
      <dgm:prSet presAssocID="{5EDAC27C-C0C1-4129-995D-74B053AFD5AC}" presName="sibTrans" presStyleCnt="0"/>
      <dgm:spPr/>
    </dgm:pt>
    <dgm:pt modelId="{8365256B-3A20-4DB1-8D29-5B42AD08BC82}" type="pres">
      <dgm:prSet presAssocID="{3F4979AC-2E2F-424C-913D-327BD6786B5C}" presName="compositeNode" presStyleCnt="0">
        <dgm:presLayoutVars>
          <dgm:bulletEnabled val="1"/>
        </dgm:presLayoutVars>
      </dgm:prSet>
      <dgm:spPr/>
    </dgm:pt>
    <dgm:pt modelId="{E4159BCC-8C01-436B-A682-F6270C256CCD}" type="pres">
      <dgm:prSet presAssocID="{3F4979AC-2E2F-424C-913D-327BD6786B5C}" presName="bgRect" presStyleLbl="bgAccFollowNode1" presStyleIdx="4" presStyleCnt="5"/>
      <dgm:spPr/>
    </dgm:pt>
    <dgm:pt modelId="{80D1EEEC-4CC7-4DB8-85B1-9CDA94FD32AF}" type="pres">
      <dgm:prSet presAssocID="{B1FA4512-92EC-4DB9-B353-78F89BA07BAA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24EDD85C-BC96-4324-98DF-B21476134888}" type="pres">
      <dgm:prSet presAssocID="{3F4979AC-2E2F-424C-913D-327BD6786B5C}" presName="bottomLine" presStyleLbl="alignNode1" presStyleIdx="9" presStyleCnt="10">
        <dgm:presLayoutVars/>
      </dgm:prSet>
      <dgm:spPr/>
    </dgm:pt>
    <dgm:pt modelId="{16A69EFE-CDCE-4320-B205-563B42576CA8}" type="pres">
      <dgm:prSet presAssocID="{3F4979AC-2E2F-424C-913D-327BD6786B5C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B4D57B00-E8EA-4EBE-9277-73C74488AA03}" type="presOf" srcId="{1D907412-5C25-4917-A5FC-2F0BC4BD185B}" destId="{F021B7D6-8062-4F58-B138-9E83910C9426}" srcOrd="0" destOrd="0" presId="urn:microsoft.com/office/officeart/2016/7/layout/BasicLinearProcessNumbered"/>
    <dgm:cxn modelId="{E8312C03-D136-4AC6-951B-FC55C329FAA2}" type="presOf" srcId="{8EF14B2C-EF21-4E15-8DB7-3551E6F9598E}" destId="{39BEA610-EBD9-44F4-A756-CD64B95BB894}" srcOrd="0" destOrd="0" presId="urn:microsoft.com/office/officeart/2016/7/layout/BasicLinearProcessNumbered"/>
    <dgm:cxn modelId="{D5BC5C0D-D10B-4D29-88A2-52686E3E203E}" type="presOf" srcId="{53ED3D4E-CFAF-4C54-AE26-40F26CAAA196}" destId="{66268733-0EA4-4BA9-9835-49BC5A2235B6}" srcOrd="0" destOrd="0" presId="urn:microsoft.com/office/officeart/2016/7/layout/BasicLinearProcessNumbered"/>
    <dgm:cxn modelId="{D7FB3114-9098-40FF-BFD3-627B7538C47F}" type="presOf" srcId="{C7EA16FF-0C37-47D4-B2C4-244A7EE4C795}" destId="{1D95112B-0CB6-4803-B065-8F20340C4DE1}" srcOrd="0" destOrd="0" presId="urn:microsoft.com/office/officeart/2016/7/layout/BasicLinearProcessNumbered"/>
    <dgm:cxn modelId="{FD578A14-8504-4696-AEE9-58610D15C3A9}" type="presOf" srcId="{3F4979AC-2E2F-424C-913D-327BD6786B5C}" destId="{16A69EFE-CDCE-4320-B205-563B42576CA8}" srcOrd="1" destOrd="0" presId="urn:microsoft.com/office/officeart/2016/7/layout/BasicLinearProcessNumbered"/>
    <dgm:cxn modelId="{34B35922-E10F-471A-8E6A-79D8AAC9BEBC}" type="presOf" srcId="{5EDAC27C-C0C1-4129-995D-74B053AFD5AC}" destId="{B748A9FF-C98F-41BE-958D-88A8E023ACC5}" srcOrd="0" destOrd="0" presId="urn:microsoft.com/office/officeart/2016/7/layout/BasicLinearProcessNumbered"/>
    <dgm:cxn modelId="{1FE3A133-F5DF-4AA3-BA74-151A64540132}" type="presOf" srcId="{C26EFA15-68BB-4664-B053-DB721A5E466B}" destId="{2EBD3AEB-0A03-489C-808D-3817FD8FC0C7}" srcOrd="0" destOrd="0" presId="urn:microsoft.com/office/officeart/2016/7/layout/BasicLinearProcessNumbered"/>
    <dgm:cxn modelId="{D3CD3E49-3AD9-4094-A8EA-74D6E3071C05}" srcId="{C6F05FDE-6B1B-42BD-B1DD-CA71684B7FDA}" destId="{C7EA16FF-0C37-47D4-B2C4-244A7EE4C795}" srcOrd="2" destOrd="0" parTransId="{A142F8F5-BD36-4EE8-8C78-F9BE79783812}" sibTransId="{8EF14B2C-EF21-4E15-8DB7-3551E6F9598E}"/>
    <dgm:cxn modelId="{9463B652-130E-4BDA-B47B-16BF9E8FF77A}" srcId="{C6F05FDE-6B1B-42BD-B1DD-CA71684B7FDA}" destId="{3F4979AC-2E2F-424C-913D-327BD6786B5C}" srcOrd="4" destOrd="0" parTransId="{B7503909-58C1-4B5B-8E46-B4CD5F48284B}" sibTransId="{B1FA4512-92EC-4DB9-B353-78F89BA07BAA}"/>
    <dgm:cxn modelId="{6DC03B53-03BD-4F41-BCB8-A58FE8B3589D}" type="presOf" srcId="{B1FA4512-92EC-4DB9-B353-78F89BA07BAA}" destId="{80D1EEEC-4CC7-4DB8-85B1-9CDA94FD32AF}" srcOrd="0" destOrd="0" presId="urn:microsoft.com/office/officeart/2016/7/layout/BasicLinearProcessNumbered"/>
    <dgm:cxn modelId="{94A49D89-D09D-4774-9C6A-712DA3905039}" type="presOf" srcId="{3F4979AC-2E2F-424C-913D-327BD6786B5C}" destId="{E4159BCC-8C01-436B-A682-F6270C256CCD}" srcOrd="0" destOrd="0" presId="urn:microsoft.com/office/officeart/2016/7/layout/BasicLinearProcessNumbered"/>
    <dgm:cxn modelId="{41E20C93-515F-4A7D-953C-23BF21194669}" type="presOf" srcId="{C7EA16FF-0C37-47D4-B2C4-244A7EE4C795}" destId="{00836580-4C99-4EF4-ABF9-3CF076CEF46F}" srcOrd="1" destOrd="0" presId="urn:microsoft.com/office/officeart/2016/7/layout/BasicLinearProcessNumbered"/>
    <dgm:cxn modelId="{161C2494-45BF-45C4-8EC4-941696FE4151}" srcId="{C6F05FDE-6B1B-42BD-B1DD-CA71684B7FDA}" destId="{1D907412-5C25-4917-A5FC-2F0BC4BD185B}" srcOrd="0" destOrd="0" parTransId="{01D2890A-8CE4-4E86-B658-3734519D8F26}" sibTransId="{FDB2566F-7C9E-4B47-ABD3-9CFB1D02EBBE}"/>
    <dgm:cxn modelId="{18E2CB99-4B61-4AEF-8C03-D4728265D1D2}" type="presOf" srcId="{C6F05FDE-6B1B-42BD-B1DD-CA71684B7FDA}" destId="{017A7781-513D-4D10-9DF7-C444A185A337}" srcOrd="0" destOrd="0" presId="urn:microsoft.com/office/officeart/2016/7/layout/BasicLinearProcessNumbered"/>
    <dgm:cxn modelId="{CA1CE4AB-6C33-4AF1-9810-94F54ACB9660}" type="presOf" srcId="{FDB2566F-7C9E-4B47-ABD3-9CFB1D02EBBE}" destId="{9CABE062-69C1-41B6-BD82-798BC50B8062}" srcOrd="0" destOrd="0" presId="urn:microsoft.com/office/officeart/2016/7/layout/BasicLinearProcessNumbered"/>
    <dgm:cxn modelId="{78E5DDB0-1381-4BBD-A9EC-671CFC0EC1E8}" type="presOf" srcId="{53ED3D4E-CFAF-4C54-AE26-40F26CAAA196}" destId="{50AC962D-6618-4A54-9030-C4BB1DB289B6}" srcOrd="1" destOrd="0" presId="urn:microsoft.com/office/officeart/2016/7/layout/BasicLinearProcessNumbered"/>
    <dgm:cxn modelId="{BD7E98B1-1095-4573-8433-79524F2375B8}" srcId="{C6F05FDE-6B1B-42BD-B1DD-CA71684B7FDA}" destId="{53ED3D4E-CFAF-4C54-AE26-40F26CAAA196}" srcOrd="3" destOrd="0" parTransId="{8DBAD6D7-B94E-4F04-83A4-41E8F0C8AFAC}" sibTransId="{5EDAC27C-C0C1-4129-995D-74B053AFD5AC}"/>
    <dgm:cxn modelId="{9F126EDA-CD82-48CD-97C5-142A0DA85BE0}" type="presOf" srcId="{5A74604B-5BB2-4420-AF15-7D1DC49AC72E}" destId="{8CBFBC85-E650-46B5-85AF-3B933A67EF86}" srcOrd="0" destOrd="0" presId="urn:microsoft.com/office/officeart/2016/7/layout/BasicLinearProcessNumbered"/>
    <dgm:cxn modelId="{89DDB4DD-208B-49C9-952A-68BEC8C615CE}" srcId="{C6F05FDE-6B1B-42BD-B1DD-CA71684B7FDA}" destId="{5A74604B-5BB2-4420-AF15-7D1DC49AC72E}" srcOrd="1" destOrd="0" parTransId="{D1444553-471A-4707-851F-69CBD36A5E90}" sibTransId="{C26EFA15-68BB-4664-B053-DB721A5E466B}"/>
    <dgm:cxn modelId="{016893F9-86EC-4585-B7AB-14AA5FBED92B}" type="presOf" srcId="{5A74604B-5BB2-4420-AF15-7D1DC49AC72E}" destId="{54ABB8BC-1A45-4EC8-802E-4CE60EDAA61E}" srcOrd="1" destOrd="0" presId="urn:microsoft.com/office/officeart/2016/7/layout/BasicLinearProcessNumbered"/>
    <dgm:cxn modelId="{0B7DFFFD-05EB-46BD-A13A-8030C2E7329A}" type="presOf" srcId="{1D907412-5C25-4917-A5FC-2F0BC4BD185B}" destId="{300F31A3-64AC-423E-B4D1-FAF8A02D3FF3}" srcOrd="1" destOrd="0" presId="urn:microsoft.com/office/officeart/2016/7/layout/BasicLinearProcessNumbered"/>
    <dgm:cxn modelId="{EFA1A6CE-B9CB-4902-A014-018346489AA5}" type="presParOf" srcId="{017A7781-513D-4D10-9DF7-C444A185A337}" destId="{7A9487E7-CBAE-496A-9FCB-451D77FDEC8D}" srcOrd="0" destOrd="0" presId="urn:microsoft.com/office/officeart/2016/7/layout/BasicLinearProcessNumbered"/>
    <dgm:cxn modelId="{A5B86C60-962E-41F1-8856-397377162920}" type="presParOf" srcId="{7A9487E7-CBAE-496A-9FCB-451D77FDEC8D}" destId="{F021B7D6-8062-4F58-B138-9E83910C9426}" srcOrd="0" destOrd="0" presId="urn:microsoft.com/office/officeart/2016/7/layout/BasicLinearProcessNumbered"/>
    <dgm:cxn modelId="{08922BC8-A664-44E3-9C4F-989CE8F896C4}" type="presParOf" srcId="{7A9487E7-CBAE-496A-9FCB-451D77FDEC8D}" destId="{9CABE062-69C1-41B6-BD82-798BC50B8062}" srcOrd="1" destOrd="0" presId="urn:microsoft.com/office/officeart/2016/7/layout/BasicLinearProcessNumbered"/>
    <dgm:cxn modelId="{30EFE5EF-B297-487A-8BFC-4D0335FDD271}" type="presParOf" srcId="{7A9487E7-CBAE-496A-9FCB-451D77FDEC8D}" destId="{C46F64B3-3DB6-4A70-B0D1-F8F4321CBD3B}" srcOrd="2" destOrd="0" presId="urn:microsoft.com/office/officeart/2016/7/layout/BasicLinearProcessNumbered"/>
    <dgm:cxn modelId="{8243BBB9-17C2-4604-BEA9-F53B90E67E3A}" type="presParOf" srcId="{7A9487E7-CBAE-496A-9FCB-451D77FDEC8D}" destId="{300F31A3-64AC-423E-B4D1-FAF8A02D3FF3}" srcOrd="3" destOrd="0" presId="urn:microsoft.com/office/officeart/2016/7/layout/BasicLinearProcessNumbered"/>
    <dgm:cxn modelId="{93D7E6A9-3536-444B-BC9C-94C072AD0B5C}" type="presParOf" srcId="{017A7781-513D-4D10-9DF7-C444A185A337}" destId="{52ACBB6C-C0A2-4FFA-B748-5DA381EE7D8A}" srcOrd="1" destOrd="0" presId="urn:microsoft.com/office/officeart/2016/7/layout/BasicLinearProcessNumbered"/>
    <dgm:cxn modelId="{AAC301B2-8CA1-4ADF-B1CB-55410ED35819}" type="presParOf" srcId="{017A7781-513D-4D10-9DF7-C444A185A337}" destId="{A1FC4362-9A8A-4AB7-8860-D964E2237685}" srcOrd="2" destOrd="0" presId="urn:microsoft.com/office/officeart/2016/7/layout/BasicLinearProcessNumbered"/>
    <dgm:cxn modelId="{BF04EC24-185B-4161-B417-EF0B3544E7C1}" type="presParOf" srcId="{A1FC4362-9A8A-4AB7-8860-D964E2237685}" destId="{8CBFBC85-E650-46B5-85AF-3B933A67EF86}" srcOrd="0" destOrd="0" presId="urn:microsoft.com/office/officeart/2016/7/layout/BasicLinearProcessNumbered"/>
    <dgm:cxn modelId="{A061F994-73E8-424B-825C-01CC5236FAAB}" type="presParOf" srcId="{A1FC4362-9A8A-4AB7-8860-D964E2237685}" destId="{2EBD3AEB-0A03-489C-808D-3817FD8FC0C7}" srcOrd="1" destOrd="0" presId="urn:microsoft.com/office/officeart/2016/7/layout/BasicLinearProcessNumbered"/>
    <dgm:cxn modelId="{EF5A5B40-877B-4187-8ED9-FD2A8A335566}" type="presParOf" srcId="{A1FC4362-9A8A-4AB7-8860-D964E2237685}" destId="{45B2E97B-712B-44AF-8E97-2A2A4C7BBFFD}" srcOrd="2" destOrd="0" presId="urn:microsoft.com/office/officeart/2016/7/layout/BasicLinearProcessNumbered"/>
    <dgm:cxn modelId="{3A7C4F62-E2BD-42B4-BBE8-2FE710E3ECEB}" type="presParOf" srcId="{A1FC4362-9A8A-4AB7-8860-D964E2237685}" destId="{54ABB8BC-1A45-4EC8-802E-4CE60EDAA61E}" srcOrd="3" destOrd="0" presId="urn:microsoft.com/office/officeart/2016/7/layout/BasicLinearProcessNumbered"/>
    <dgm:cxn modelId="{BCF8D56D-AEEE-4F7A-AB18-3EE9FB819E0F}" type="presParOf" srcId="{017A7781-513D-4D10-9DF7-C444A185A337}" destId="{DD32A6B3-B1FD-42B7-A251-E4E017BDD0A9}" srcOrd="3" destOrd="0" presId="urn:microsoft.com/office/officeart/2016/7/layout/BasicLinearProcessNumbered"/>
    <dgm:cxn modelId="{5EB4259D-861B-4D27-8185-E67DCB84E6C2}" type="presParOf" srcId="{017A7781-513D-4D10-9DF7-C444A185A337}" destId="{06977648-376D-40C0-9F9B-4527476DEC38}" srcOrd="4" destOrd="0" presId="urn:microsoft.com/office/officeart/2016/7/layout/BasicLinearProcessNumbered"/>
    <dgm:cxn modelId="{A2EA4A4B-90C0-4E2F-8FD6-26DDF8AF4087}" type="presParOf" srcId="{06977648-376D-40C0-9F9B-4527476DEC38}" destId="{1D95112B-0CB6-4803-B065-8F20340C4DE1}" srcOrd="0" destOrd="0" presId="urn:microsoft.com/office/officeart/2016/7/layout/BasicLinearProcessNumbered"/>
    <dgm:cxn modelId="{426C0B2C-2342-48C3-9E7A-62357118716D}" type="presParOf" srcId="{06977648-376D-40C0-9F9B-4527476DEC38}" destId="{39BEA610-EBD9-44F4-A756-CD64B95BB894}" srcOrd="1" destOrd="0" presId="urn:microsoft.com/office/officeart/2016/7/layout/BasicLinearProcessNumbered"/>
    <dgm:cxn modelId="{D350D6BB-3697-4D46-9DC4-3269B3B654D2}" type="presParOf" srcId="{06977648-376D-40C0-9F9B-4527476DEC38}" destId="{2722E319-A24D-4F08-BA1E-C48D456F328C}" srcOrd="2" destOrd="0" presId="urn:microsoft.com/office/officeart/2016/7/layout/BasicLinearProcessNumbered"/>
    <dgm:cxn modelId="{A0522A72-E1C4-4803-B96F-8B5EBE9B9962}" type="presParOf" srcId="{06977648-376D-40C0-9F9B-4527476DEC38}" destId="{00836580-4C99-4EF4-ABF9-3CF076CEF46F}" srcOrd="3" destOrd="0" presId="urn:microsoft.com/office/officeart/2016/7/layout/BasicLinearProcessNumbered"/>
    <dgm:cxn modelId="{C630A78A-A297-4830-9EA7-C3B5B14A27F6}" type="presParOf" srcId="{017A7781-513D-4D10-9DF7-C444A185A337}" destId="{EEA2C95A-DE0C-4E84-BC12-36108752135B}" srcOrd="5" destOrd="0" presId="urn:microsoft.com/office/officeart/2016/7/layout/BasicLinearProcessNumbered"/>
    <dgm:cxn modelId="{37C0BDCC-3C3E-42F0-9800-FB2E96E0311C}" type="presParOf" srcId="{017A7781-513D-4D10-9DF7-C444A185A337}" destId="{31FE3748-B756-40D9-B901-6DAB3120CDC9}" srcOrd="6" destOrd="0" presId="urn:microsoft.com/office/officeart/2016/7/layout/BasicLinearProcessNumbered"/>
    <dgm:cxn modelId="{97E298D2-26A4-434A-9811-449C6DEFEDF8}" type="presParOf" srcId="{31FE3748-B756-40D9-B901-6DAB3120CDC9}" destId="{66268733-0EA4-4BA9-9835-49BC5A2235B6}" srcOrd="0" destOrd="0" presId="urn:microsoft.com/office/officeart/2016/7/layout/BasicLinearProcessNumbered"/>
    <dgm:cxn modelId="{4F58E3E6-7CF2-4A5B-8041-1B99ECC1047F}" type="presParOf" srcId="{31FE3748-B756-40D9-B901-6DAB3120CDC9}" destId="{B748A9FF-C98F-41BE-958D-88A8E023ACC5}" srcOrd="1" destOrd="0" presId="urn:microsoft.com/office/officeart/2016/7/layout/BasicLinearProcessNumbered"/>
    <dgm:cxn modelId="{5A441450-CA08-4BEF-B4C3-18CEB0CACDA8}" type="presParOf" srcId="{31FE3748-B756-40D9-B901-6DAB3120CDC9}" destId="{61ED9714-2DD5-4B5F-AC82-BC83EEB5FC81}" srcOrd="2" destOrd="0" presId="urn:microsoft.com/office/officeart/2016/7/layout/BasicLinearProcessNumbered"/>
    <dgm:cxn modelId="{AC2FEBAD-F2C4-4836-8F96-F458B7EA9368}" type="presParOf" srcId="{31FE3748-B756-40D9-B901-6DAB3120CDC9}" destId="{50AC962D-6618-4A54-9030-C4BB1DB289B6}" srcOrd="3" destOrd="0" presId="urn:microsoft.com/office/officeart/2016/7/layout/BasicLinearProcessNumbered"/>
    <dgm:cxn modelId="{01997FC6-E015-4C17-AD43-76726BDF9770}" type="presParOf" srcId="{017A7781-513D-4D10-9DF7-C444A185A337}" destId="{BEB6DC01-2F1F-487F-AFD8-B95819B43AAF}" srcOrd="7" destOrd="0" presId="urn:microsoft.com/office/officeart/2016/7/layout/BasicLinearProcessNumbered"/>
    <dgm:cxn modelId="{310714B6-F5F8-4BD4-BE52-535D9CE3612E}" type="presParOf" srcId="{017A7781-513D-4D10-9DF7-C444A185A337}" destId="{8365256B-3A20-4DB1-8D29-5B42AD08BC82}" srcOrd="8" destOrd="0" presId="urn:microsoft.com/office/officeart/2016/7/layout/BasicLinearProcessNumbered"/>
    <dgm:cxn modelId="{B414A5A2-3843-446E-A9E6-FFAC2EDE2823}" type="presParOf" srcId="{8365256B-3A20-4DB1-8D29-5B42AD08BC82}" destId="{E4159BCC-8C01-436B-A682-F6270C256CCD}" srcOrd="0" destOrd="0" presId="urn:microsoft.com/office/officeart/2016/7/layout/BasicLinearProcessNumbered"/>
    <dgm:cxn modelId="{45F40361-531F-4B68-B334-CB7A3B138ABE}" type="presParOf" srcId="{8365256B-3A20-4DB1-8D29-5B42AD08BC82}" destId="{80D1EEEC-4CC7-4DB8-85B1-9CDA94FD32AF}" srcOrd="1" destOrd="0" presId="urn:microsoft.com/office/officeart/2016/7/layout/BasicLinearProcessNumbered"/>
    <dgm:cxn modelId="{10B487F1-730C-4E1B-B61E-0F0E115DFE28}" type="presParOf" srcId="{8365256B-3A20-4DB1-8D29-5B42AD08BC82}" destId="{24EDD85C-BC96-4324-98DF-B21476134888}" srcOrd="2" destOrd="0" presId="urn:microsoft.com/office/officeart/2016/7/layout/BasicLinearProcessNumbered"/>
    <dgm:cxn modelId="{2F91C65F-BE32-45F7-A68D-3EDAE982F62F}" type="presParOf" srcId="{8365256B-3A20-4DB1-8D29-5B42AD08BC82}" destId="{16A69EFE-CDCE-4320-B205-563B42576CA8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9FF5924-C75A-4DC7-9DB9-D32980FE90D8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EA31950-1F95-4112-BE50-76A072A086FA}">
      <dgm:prSet/>
      <dgm:spPr/>
      <dgm:t>
        <a:bodyPr/>
        <a:lstStyle/>
        <a:p>
          <a:r>
            <a:rPr lang="en-US" b="0" baseline="0"/>
            <a:t>Taking unfair advantage </a:t>
          </a:r>
          <a:endParaRPr lang="en-US"/>
        </a:p>
      </dgm:t>
    </dgm:pt>
    <dgm:pt modelId="{2432FF9F-2F06-402F-8C88-0A3B1D973CB1}" type="parTrans" cxnId="{291B702B-CCEE-4EEB-B9FE-6A05C8D7CE0B}">
      <dgm:prSet/>
      <dgm:spPr/>
      <dgm:t>
        <a:bodyPr/>
        <a:lstStyle/>
        <a:p>
          <a:endParaRPr lang="en-US"/>
        </a:p>
      </dgm:t>
    </dgm:pt>
    <dgm:pt modelId="{684986F7-9D2C-4BA9-8632-C8FDFFCCA20E}" type="sibTrans" cxnId="{291B702B-CCEE-4EEB-B9FE-6A05C8D7CE0B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0B6A7473-A696-4376-90B6-72476E625BAC}">
      <dgm:prSet custT="1"/>
      <dgm:spPr/>
      <dgm:t>
        <a:bodyPr/>
        <a:lstStyle/>
        <a:p>
          <a:r>
            <a:rPr lang="en-US" sz="950" b="0" baseline="0" dirty="0"/>
            <a:t>Committing improper personal behavior</a:t>
          </a:r>
          <a:endParaRPr lang="en-US" sz="950" dirty="0"/>
        </a:p>
      </dgm:t>
    </dgm:pt>
    <dgm:pt modelId="{F1E5986F-2932-4F4C-B9FC-B8F0E44F85D9}" type="parTrans" cxnId="{A9D46A8C-9BE7-4091-B7B1-1C5CD6B9F7D1}">
      <dgm:prSet/>
      <dgm:spPr/>
      <dgm:t>
        <a:bodyPr/>
        <a:lstStyle/>
        <a:p>
          <a:endParaRPr lang="en-US"/>
        </a:p>
      </dgm:t>
    </dgm:pt>
    <dgm:pt modelId="{70A2CE7E-A01D-45C3-8219-38A452B6053E}" type="sibTrans" cxnId="{A9D46A8C-9BE7-4091-B7B1-1C5CD6B9F7D1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9A550D38-C079-43DA-B260-F5370B74D180}">
      <dgm:prSet/>
      <dgm:spPr/>
      <dgm:t>
        <a:bodyPr/>
        <a:lstStyle/>
        <a:p>
          <a:r>
            <a:rPr lang="en-US" b="0" baseline="0"/>
            <a:t>Abusing power and mistreating individuals </a:t>
          </a:r>
          <a:endParaRPr lang="en-US"/>
        </a:p>
      </dgm:t>
    </dgm:pt>
    <dgm:pt modelId="{165B45E5-178F-43CD-9BDA-4E713B41A24D}" type="parTrans" cxnId="{C2FF6975-DC68-4B30-AE1E-FD806AF68E46}">
      <dgm:prSet/>
      <dgm:spPr/>
      <dgm:t>
        <a:bodyPr/>
        <a:lstStyle/>
        <a:p>
          <a:endParaRPr lang="en-US"/>
        </a:p>
      </dgm:t>
    </dgm:pt>
    <dgm:pt modelId="{BEA5E342-66EF-4ADF-888B-EAD4244C9B46}" type="sibTrans" cxnId="{C2FF6975-DC68-4B30-AE1E-FD806AF68E46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E39230A8-0886-4312-B7FD-4296082A9EF0}">
      <dgm:prSet/>
      <dgm:spPr/>
      <dgm:t>
        <a:bodyPr/>
        <a:lstStyle/>
        <a:p>
          <a:r>
            <a:rPr lang="en-US" b="0" baseline="0"/>
            <a:t>Permitting organizational abuse </a:t>
          </a:r>
          <a:endParaRPr lang="en-US"/>
        </a:p>
      </dgm:t>
    </dgm:pt>
    <dgm:pt modelId="{8C455F0B-68F2-4290-A817-D65C19AF63F5}" type="parTrans" cxnId="{1D446D42-50D8-4A52-A254-0B26440A0D54}">
      <dgm:prSet/>
      <dgm:spPr/>
      <dgm:t>
        <a:bodyPr/>
        <a:lstStyle/>
        <a:p>
          <a:endParaRPr lang="en-US"/>
        </a:p>
      </dgm:t>
    </dgm:pt>
    <dgm:pt modelId="{EAA68F86-E834-42B5-B179-4B9C45B6BB5C}" type="sibTrans" cxnId="{1D446D42-50D8-4A52-A254-0B26440A0D54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E4D07CAB-364F-483D-B474-303140A07E0E}">
      <dgm:prSet/>
      <dgm:spPr/>
      <dgm:t>
        <a:bodyPr/>
        <a:lstStyle/>
        <a:p>
          <a:r>
            <a:rPr lang="en-US" b="0" baseline="0"/>
            <a:t>Violating rules </a:t>
          </a:r>
          <a:endParaRPr lang="en-US"/>
        </a:p>
      </dgm:t>
    </dgm:pt>
    <dgm:pt modelId="{3A0D7745-38C3-4C5D-B441-4E4F76D178D2}" type="parTrans" cxnId="{E79182CC-3884-4ED7-BA89-DBB7EE6B682A}">
      <dgm:prSet/>
      <dgm:spPr/>
      <dgm:t>
        <a:bodyPr/>
        <a:lstStyle/>
        <a:p>
          <a:endParaRPr lang="en-US"/>
        </a:p>
      </dgm:t>
    </dgm:pt>
    <dgm:pt modelId="{ED852254-1CD8-4BB2-89EE-B992EB5BF5F0}" type="sibTrans" cxnId="{E79182CC-3884-4ED7-BA89-DBB7EE6B682A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AD2FD8F5-7E4B-4293-B3B7-569621DA79DA}">
      <dgm:prSet/>
      <dgm:spPr/>
      <dgm:t>
        <a:bodyPr/>
        <a:lstStyle/>
        <a:p>
          <a:r>
            <a:rPr lang="en-US" b="0" baseline="0"/>
            <a:t>Condoning unethical actions</a:t>
          </a:r>
          <a:endParaRPr lang="en-US"/>
        </a:p>
      </dgm:t>
    </dgm:pt>
    <dgm:pt modelId="{2472658E-4143-4E7D-B659-AD5217E89019}" type="parTrans" cxnId="{0504E0C4-3B60-46E1-9A18-CBC908E05134}">
      <dgm:prSet/>
      <dgm:spPr/>
      <dgm:t>
        <a:bodyPr/>
        <a:lstStyle/>
        <a:p>
          <a:endParaRPr lang="en-US"/>
        </a:p>
      </dgm:t>
    </dgm:pt>
    <dgm:pt modelId="{3D7077F3-2ED5-4647-A707-C5E2FB1081E4}" type="sibTrans" cxnId="{0504E0C4-3B60-46E1-9A18-CBC908E05134}">
      <dgm:prSet phldrT="6" phldr="0"/>
      <dgm:spPr/>
      <dgm:t>
        <a:bodyPr/>
        <a:lstStyle/>
        <a:p>
          <a:r>
            <a:rPr lang="en-US"/>
            <a:t>6</a:t>
          </a:r>
        </a:p>
      </dgm:t>
    </dgm:pt>
    <dgm:pt modelId="{52579CAE-761D-4439-AB48-ED6E3A130FE0}" type="pres">
      <dgm:prSet presAssocID="{99FF5924-C75A-4DC7-9DB9-D32980FE90D8}" presName="Name0" presStyleCnt="0">
        <dgm:presLayoutVars>
          <dgm:animLvl val="lvl"/>
          <dgm:resizeHandles val="exact"/>
        </dgm:presLayoutVars>
      </dgm:prSet>
      <dgm:spPr/>
    </dgm:pt>
    <dgm:pt modelId="{8E513BF9-4D2D-43F8-AE19-8CC95161FA2E}" type="pres">
      <dgm:prSet presAssocID="{4EA31950-1F95-4112-BE50-76A072A086FA}" presName="compositeNode" presStyleCnt="0">
        <dgm:presLayoutVars>
          <dgm:bulletEnabled val="1"/>
        </dgm:presLayoutVars>
      </dgm:prSet>
      <dgm:spPr/>
    </dgm:pt>
    <dgm:pt modelId="{AE9E5295-18B5-401A-957B-1261F1E83AE8}" type="pres">
      <dgm:prSet presAssocID="{4EA31950-1F95-4112-BE50-76A072A086FA}" presName="bgRect" presStyleLbl="bgAccFollowNode1" presStyleIdx="0" presStyleCnt="6"/>
      <dgm:spPr/>
    </dgm:pt>
    <dgm:pt modelId="{726811EF-EE25-4235-8B5D-A2F47DA6CBAB}" type="pres">
      <dgm:prSet presAssocID="{684986F7-9D2C-4BA9-8632-C8FDFFCCA20E}" presName="sibTransNodeCircle" presStyleLbl="alignNode1" presStyleIdx="0" presStyleCnt="12">
        <dgm:presLayoutVars>
          <dgm:chMax val="0"/>
          <dgm:bulletEnabled/>
        </dgm:presLayoutVars>
      </dgm:prSet>
      <dgm:spPr/>
    </dgm:pt>
    <dgm:pt modelId="{B1986559-BA35-4673-B428-DF511ABAFED9}" type="pres">
      <dgm:prSet presAssocID="{4EA31950-1F95-4112-BE50-76A072A086FA}" presName="bottomLine" presStyleLbl="alignNode1" presStyleIdx="1" presStyleCnt="12">
        <dgm:presLayoutVars/>
      </dgm:prSet>
      <dgm:spPr/>
    </dgm:pt>
    <dgm:pt modelId="{308E0FF7-12B6-464F-B03E-18136C40526D}" type="pres">
      <dgm:prSet presAssocID="{4EA31950-1F95-4112-BE50-76A072A086FA}" presName="nodeText" presStyleLbl="bgAccFollowNode1" presStyleIdx="0" presStyleCnt="6">
        <dgm:presLayoutVars>
          <dgm:bulletEnabled val="1"/>
        </dgm:presLayoutVars>
      </dgm:prSet>
      <dgm:spPr/>
    </dgm:pt>
    <dgm:pt modelId="{852DEFC7-9E6D-4516-A5A8-697F0DB2015F}" type="pres">
      <dgm:prSet presAssocID="{684986F7-9D2C-4BA9-8632-C8FDFFCCA20E}" presName="sibTrans" presStyleCnt="0"/>
      <dgm:spPr/>
    </dgm:pt>
    <dgm:pt modelId="{7EF6C1D4-3C52-4A7C-A8B2-5105D8DA9E2B}" type="pres">
      <dgm:prSet presAssocID="{0B6A7473-A696-4376-90B6-72476E625BAC}" presName="compositeNode" presStyleCnt="0">
        <dgm:presLayoutVars>
          <dgm:bulletEnabled val="1"/>
        </dgm:presLayoutVars>
      </dgm:prSet>
      <dgm:spPr/>
    </dgm:pt>
    <dgm:pt modelId="{42888F56-F0BA-4F62-9781-530CFB247E2B}" type="pres">
      <dgm:prSet presAssocID="{0B6A7473-A696-4376-90B6-72476E625BAC}" presName="bgRect" presStyleLbl="bgAccFollowNode1" presStyleIdx="1" presStyleCnt="6"/>
      <dgm:spPr/>
    </dgm:pt>
    <dgm:pt modelId="{5B02E58E-B3F4-48E2-8A65-E8DDAC992D8F}" type="pres">
      <dgm:prSet presAssocID="{70A2CE7E-A01D-45C3-8219-38A452B6053E}" presName="sibTransNodeCircle" presStyleLbl="alignNode1" presStyleIdx="2" presStyleCnt="12">
        <dgm:presLayoutVars>
          <dgm:chMax val="0"/>
          <dgm:bulletEnabled/>
        </dgm:presLayoutVars>
      </dgm:prSet>
      <dgm:spPr/>
    </dgm:pt>
    <dgm:pt modelId="{5A11A8ED-E808-4BA6-B17F-B76F8291B69B}" type="pres">
      <dgm:prSet presAssocID="{0B6A7473-A696-4376-90B6-72476E625BAC}" presName="bottomLine" presStyleLbl="alignNode1" presStyleIdx="3" presStyleCnt="12">
        <dgm:presLayoutVars/>
      </dgm:prSet>
      <dgm:spPr/>
    </dgm:pt>
    <dgm:pt modelId="{C2BC6BFC-0B69-49A0-8FF8-CD3520B2833A}" type="pres">
      <dgm:prSet presAssocID="{0B6A7473-A696-4376-90B6-72476E625BAC}" presName="nodeText" presStyleLbl="bgAccFollowNode1" presStyleIdx="1" presStyleCnt="6">
        <dgm:presLayoutVars>
          <dgm:bulletEnabled val="1"/>
        </dgm:presLayoutVars>
      </dgm:prSet>
      <dgm:spPr/>
    </dgm:pt>
    <dgm:pt modelId="{0D5A6661-1D41-4091-B5D4-13EB1E181083}" type="pres">
      <dgm:prSet presAssocID="{70A2CE7E-A01D-45C3-8219-38A452B6053E}" presName="sibTrans" presStyleCnt="0"/>
      <dgm:spPr/>
    </dgm:pt>
    <dgm:pt modelId="{94DE1D37-2FF8-477C-BF36-9A675C523DD9}" type="pres">
      <dgm:prSet presAssocID="{9A550D38-C079-43DA-B260-F5370B74D180}" presName="compositeNode" presStyleCnt="0">
        <dgm:presLayoutVars>
          <dgm:bulletEnabled val="1"/>
        </dgm:presLayoutVars>
      </dgm:prSet>
      <dgm:spPr/>
    </dgm:pt>
    <dgm:pt modelId="{B64A6DE9-88FE-4844-9C8D-D7238F758D9B}" type="pres">
      <dgm:prSet presAssocID="{9A550D38-C079-43DA-B260-F5370B74D180}" presName="bgRect" presStyleLbl="bgAccFollowNode1" presStyleIdx="2" presStyleCnt="6"/>
      <dgm:spPr/>
    </dgm:pt>
    <dgm:pt modelId="{F5E176F6-A48C-48FF-A9F7-69E888DEA057}" type="pres">
      <dgm:prSet presAssocID="{BEA5E342-66EF-4ADF-888B-EAD4244C9B46}" presName="sibTransNodeCircle" presStyleLbl="alignNode1" presStyleIdx="4" presStyleCnt="12">
        <dgm:presLayoutVars>
          <dgm:chMax val="0"/>
          <dgm:bulletEnabled/>
        </dgm:presLayoutVars>
      </dgm:prSet>
      <dgm:spPr/>
    </dgm:pt>
    <dgm:pt modelId="{E2081615-D44F-4652-B2DC-1598C3D40361}" type="pres">
      <dgm:prSet presAssocID="{9A550D38-C079-43DA-B260-F5370B74D180}" presName="bottomLine" presStyleLbl="alignNode1" presStyleIdx="5" presStyleCnt="12">
        <dgm:presLayoutVars/>
      </dgm:prSet>
      <dgm:spPr/>
    </dgm:pt>
    <dgm:pt modelId="{DC0201C0-7992-42AF-BD08-D9A34EA17EA3}" type="pres">
      <dgm:prSet presAssocID="{9A550D38-C079-43DA-B260-F5370B74D180}" presName="nodeText" presStyleLbl="bgAccFollowNode1" presStyleIdx="2" presStyleCnt="6">
        <dgm:presLayoutVars>
          <dgm:bulletEnabled val="1"/>
        </dgm:presLayoutVars>
      </dgm:prSet>
      <dgm:spPr/>
    </dgm:pt>
    <dgm:pt modelId="{F8FDD276-C049-4FCA-8040-E5982932582F}" type="pres">
      <dgm:prSet presAssocID="{BEA5E342-66EF-4ADF-888B-EAD4244C9B46}" presName="sibTrans" presStyleCnt="0"/>
      <dgm:spPr/>
    </dgm:pt>
    <dgm:pt modelId="{3A3018F1-6896-4A41-A6C4-374D64D81AFE}" type="pres">
      <dgm:prSet presAssocID="{E39230A8-0886-4312-B7FD-4296082A9EF0}" presName="compositeNode" presStyleCnt="0">
        <dgm:presLayoutVars>
          <dgm:bulletEnabled val="1"/>
        </dgm:presLayoutVars>
      </dgm:prSet>
      <dgm:spPr/>
    </dgm:pt>
    <dgm:pt modelId="{D4BF8084-F63A-4D69-AE4A-DE2387436653}" type="pres">
      <dgm:prSet presAssocID="{E39230A8-0886-4312-B7FD-4296082A9EF0}" presName="bgRect" presStyleLbl="bgAccFollowNode1" presStyleIdx="3" presStyleCnt="6"/>
      <dgm:spPr/>
    </dgm:pt>
    <dgm:pt modelId="{4F3849F0-3891-4D11-B54F-7034D35B691D}" type="pres">
      <dgm:prSet presAssocID="{EAA68F86-E834-42B5-B179-4B9C45B6BB5C}" presName="sibTransNodeCircle" presStyleLbl="alignNode1" presStyleIdx="6" presStyleCnt="12">
        <dgm:presLayoutVars>
          <dgm:chMax val="0"/>
          <dgm:bulletEnabled/>
        </dgm:presLayoutVars>
      </dgm:prSet>
      <dgm:spPr/>
    </dgm:pt>
    <dgm:pt modelId="{F143B552-D637-4826-A0B3-23AC62B8A987}" type="pres">
      <dgm:prSet presAssocID="{E39230A8-0886-4312-B7FD-4296082A9EF0}" presName="bottomLine" presStyleLbl="alignNode1" presStyleIdx="7" presStyleCnt="12">
        <dgm:presLayoutVars/>
      </dgm:prSet>
      <dgm:spPr/>
    </dgm:pt>
    <dgm:pt modelId="{1DCDB7A9-6E98-4209-B490-2AEB9BF40A7E}" type="pres">
      <dgm:prSet presAssocID="{E39230A8-0886-4312-B7FD-4296082A9EF0}" presName="nodeText" presStyleLbl="bgAccFollowNode1" presStyleIdx="3" presStyleCnt="6">
        <dgm:presLayoutVars>
          <dgm:bulletEnabled val="1"/>
        </dgm:presLayoutVars>
      </dgm:prSet>
      <dgm:spPr/>
    </dgm:pt>
    <dgm:pt modelId="{8E6B617F-E6BE-4411-8380-002648F4BEEB}" type="pres">
      <dgm:prSet presAssocID="{EAA68F86-E834-42B5-B179-4B9C45B6BB5C}" presName="sibTrans" presStyleCnt="0"/>
      <dgm:spPr/>
    </dgm:pt>
    <dgm:pt modelId="{FE34E213-6215-474C-9ACF-4578BFC72CC4}" type="pres">
      <dgm:prSet presAssocID="{E4D07CAB-364F-483D-B474-303140A07E0E}" presName="compositeNode" presStyleCnt="0">
        <dgm:presLayoutVars>
          <dgm:bulletEnabled val="1"/>
        </dgm:presLayoutVars>
      </dgm:prSet>
      <dgm:spPr/>
    </dgm:pt>
    <dgm:pt modelId="{F1F25F6F-4213-4D3B-A4E9-16F115BF7629}" type="pres">
      <dgm:prSet presAssocID="{E4D07CAB-364F-483D-B474-303140A07E0E}" presName="bgRect" presStyleLbl="bgAccFollowNode1" presStyleIdx="4" presStyleCnt="6"/>
      <dgm:spPr/>
    </dgm:pt>
    <dgm:pt modelId="{A000BD99-1410-4E20-BD6F-AA05873445BE}" type="pres">
      <dgm:prSet presAssocID="{ED852254-1CD8-4BB2-89EE-B992EB5BF5F0}" presName="sibTransNodeCircle" presStyleLbl="alignNode1" presStyleIdx="8" presStyleCnt="12">
        <dgm:presLayoutVars>
          <dgm:chMax val="0"/>
          <dgm:bulletEnabled/>
        </dgm:presLayoutVars>
      </dgm:prSet>
      <dgm:spPr/>
    </dgm:pt>
    <dgm:pt modelId="{947E9CBE-F66E-4582-8F05-DEFA65FDFF71}" type="pres">
      <dgm:prSet presAssocID="{E4D07CAB-364F-483D-B474-303140A07E0E}" presName="bottomLine" presStyleLbl="alignNode1" presStyleIdx="9" presStyleCnt="12">
        <dgm:presLayoutVars/>
      </dgm:prSet>
      <dgm:spPr/>
    </dgm:pt>
    <dgm:pt modelId="{96643689-BCA6-43A9-91F4-C24E4CE7CA05}" type="pres">
      <dgm:prSet presAssocID="{E4D07CAB-364F-483D-B474-303140A07E0E}" presName="nodeText" presStyleLbl="bgAccFollowNode1" presStyleIdx="4" presStyleCnt="6">
        <dgm:presLayoutVars>
          <dgm:bulletEnabled val="1"/>
        </dgm:presLayoutVars>
      </dgm:prSet>
      <dgm:spPr/>
    </dgm:pt>
    <dgm:pt modelId="{9A5EF27C-0A65-482B-85F1-C455A60A77D8}" type="pres">
      <dgm:prSet presAssocID="{ED852254-1CD8-4BB2-89EE-B992EB5BF5F0}" presName="sibTrans" presStyleCnt="0"/>
      <dgm:spPr/>
    </dgm:pt>
    <dgm:pt modelId="{D7FD603F-5BD1-4E17-82E8-3CB58AA3C4BE}" type="pres">
      <dgm:prSet presAssocID="{AD2FD8F5-7E4B-4293-B3B7-569621DA79DA}" presName="compositeNode" presStyleCnt="0">
        <dgm:presLayoutVars>
          <dgm:bulletEnabled val="1"/>
        </dgm:presLayoutVars>
      </dgm:prSet>
      <dgm:spPr/>
    </dgm:pt>
    <dgm:pt modelId="{CBC59EEB-4465-4472-B2CE-FECB72D2FEC7}" type="pres">
      <dgm:prSet presAssocID="{AD2FD8F5-7E4B-4293-B3B7-569621DA79DA}" presName="bgRect" presStyleLbl="bgAccFollowNode1" presStyleIdx="5" presStyleCnt="6"/>
      <dgm:spPr/>
    </dgm:pt>
    <dgm:pt modelId="{35071DBA-F070-4FFC-B119-1DD54FB2E9C1}" type="pres">
      <dgm:prSet presAssocID="{3D7077F3-2ED5-4647-A707-C5E2FB1081E4}" presName="sibTransNodeCircle" presStyleLbl="alignNode1" presStyleIdx="10" presStyleCnt="12">
        <dgm:presLayoutVars>
          <dgm:chMax val="0"/>
          <dgm:bulletEnabled/>
        </dgm:presLayoutVars>
      </dgm:prSet>
      <dgm:spPr/>
    </dgm:pt>
    <dgm:pt modelId="{0B1AEBCE-D070-4914-9635-D94295E06CD4}" type="pres">
      <dgm:prSet presAssocID="{AD2FD8F5-7E4B-4293-B3B7-569621DA79DA}" presName="bottomLine" presStyleLbl="alignNode1" presStyleIdx="11" presStyleCnt="12">
        <dgm:presLayoutVars/>
      </dgm:prSet>
      <dgm:spPr/>
    </dgm:pt>
    <dgm:pt modelId="{9883046D-AEE8-4D4D-9810-5F9829DDE421}" type="pres">
      <dgm:prSet presAssocID="{AD2FD8F5-7E4B-4293-B3B7-569621DA79DA}" presName="nodeText" presStyleLbl="bgAccFollowNode1" presStyleIdx="5" presStyleCnt="6">
        <dgm:presLayoutVars>
          <dgm:bulletEnabled val="1"/>
        </dgm:presLayoutVars>
      </dgm:prSet>
      <dgm:spPr/>
    </dgm:pt>
  </dgm:ptLst>
  <dgm:cxnLst>
    <dgm:cxn modelId="{81DCA90B-7022-44CA-8DE6-0CBBAB8724A0}" type="presOf" srcId="{E39230A8-0886-4312-B7FD-4296082A9EF0}" destId="{D4BF8084-F63A-4D69-AE4A-DE2387436653}" srcOrd="0" destOrd="0" presId="urn:microsoft.com/office/officeart/2016/7/layout/BasicLinearProcessNumbered"/>
    <dgm:cxn modelId="{291B702B-CCEE-4EEB-B9FE-6A05C8D7CE0B}" srcId="{99FF5924-C75A-4DC7-9DB9-D32980FE90D8}" destId="{4EA31950-1F95-4112-BE50-76A072A086FA}" srcOrd="0" destOrd="0" parTransId="{2432FF9F-2F06-402F-8C88-0A3B1D973CB1}" sibTransId="{684986F7-9D2C-4BA9-8632-C8FDFFCCA20E}"/>
    <dgm:cxn modelId="{1D446D42-50D8-4A52-A254-0B26440A0D54}" srcId="{99FF5924-C75A-4DC7-9DB9-D32980FE90D8}" destId="{E39230A8-0886-4312-B7FD-4296082A9EF0}" srcOrd="3" destOrd="0" parTransId="{8C455F0B-68F2-4290-A817-D65C19AF63F5}" sibTransId="{EAA68F86-E834-42B5-B179-4B9C45B6BB5C}"/>
    <dgm:cxn modelId="{E81DB062-22B4-4F51-B3A7-9A244534E43C}" type="presOf" srcId="{9A550D38-C079-43DA-B260-F5370B74D180}" destId="{DC0201C0-7992-42AF-BD08-D9A34EA17EA3}" srcOrd="1" destOrd="0" presId="urn:microsoft.com/office/officeart/2016/7/layout/BasicLinearProcessNumbered"/>
    <dgm:cxn modelId="{EEDF0C66-385F-43ED-A9E3-7A341C80EFDF}" type="presOf" srcId="{3D7077F3-2ED5-4647-A707-C5E2FB1081E4}" destId="{35071DBA-F070-4FFC-B119-1DD54FB2E9C1}" srcOrd="0" destOrd="0" presId="urn:microsoft.com/office/officeart/2016/7/layout/BasicLinearProcessNumbered"/>
    <dgm:cxn modelId="{464A4852-A8F2-4857-A5B5-FEC40A08D3DD}" type="presOf" srcId="{70A2CE7E-A01D-45C3-8219-38A452B6053E}" destId="{5B02E58E-B3F4-48E2-8A65-E8DDAC992D8F}" srcOrd="0" destOrd="0" presId="urn:microsoft.com/office/officeart/2016/7/layout/BasicLinearProcessNumbered"/>
    <dgm:cxn modelId="{085CB273-2C3D-4FD6-87AA-C7B84FAC826C}" type="presOf" srcId="{AD2FD8F5-7E4B-4293-B3B7-569621DA79DA}" destId="{9883046D-AEE8-4D4D-9810-5F9829DDE421}" srcOrd="1" destOrd="0" presId="urn:microsoft.com/office/officeart/2016/7/layout/BasicLinearProcessNumbered"/>
    <dgm:cxn modelId="{654EFB54-0E8D-4BA8-9630-F45016F85561}" type="presOf" srcId="{4EA31950-1F95-4112-BE50-76A072A086FA}" destId="{AE9E5295-18B5-401A-957B-1261F1E83AE8}" srcOrd="0" destOrd="0" presId="urn:microsoft.com/office/officeart/2016/7/layout/BasicLinearProcessNumbered"/>
    <dgm:cxn modelId="{C2FF6975-DC68-4B30-AE1E-FD806AF68E46}" srcId="{99FF5924-C75A-4DC7-9DB9-D32980FE90D8}" destId="{9A550D38-C079-43DA-B260-F5370B74D180}" srcOrd="2" destOrd="0" parTransId="{165B45E5-178F-43CD-9BDA-4E713B41A24D}" sibTransId="{BEA5E342-66EF-4ADF-888B-EAD4244C9B46}"/>
    <dgm:cxn modelId="{63DD5D7C-9358-4930-8EED-7021920126FB}" type="presOf" srcId="{684986F7-9D2C-4BA9-8632-C8FDFFCCA20E}" destId="{726811EF-EE25-4235-8B5D-A2F47DA6CBAB}" srcOrd="0" destOrd="0" presId="urn:microsoft.com/office/officeart/2016/7/layout/BasicLinearProcessNumbered"/>
    <dgm:cxn modelId="{1C383F88-C52A-43AF-BE98-58CB27D2DE49}" type="presOf" srcId="{4EA31950-1F95-4112-BE50-76A072A086FA}" destId="{308E0FF7-12B6-464F-B03E-18136C40526D}" srcOrd="1" destOrd="0" presId="urn:microsoft.com/office/officeart/2016/7/layout/BasicLinearProcessNumbered"/>
    <dgm:cxn modelId="{A9D46A8C-9BE7-4091-B7B1-1C5CD6B9F7D1}" srcId="{99FF5924-C75A-4DC7-9DB9-D32980FE90D8}" destId="{0B6A7473-A696-4376-90B6-72476E625BAC}" srcOrd="1" destOrd="0" parTransId="{F1E5986F-2932-4F4C-B9FC-B8F0E44F85D9}" sibTransId="{70A2CE7E-A01D-45C3-8219-38A452B6053E}"/>
    <dgm:cxn modelId="{6D078F8D-DCFD-4686-B0AA-5FE9C3F1D01D}" type="presOf" srcId="{E39230A8-0886-4312-B7FD-4296082A9EF0}" destId="{1DCDB7A9-6E98-4209-B490-2AEB9BF40A7E}" srcOrd="1" destOrd="0" presId="urn:microsoft.com/office/officeart/2016/7/layout/BasicLinearProcessNumbered"/>
    <dgm:cxn modelId="{0BF26698-AE13-47DB-AFD8-39C211DA91AD}" type="presOf" srcId="{ED852254-1CD8-4BB2-89EE-B992EB5BF5F0}" destId="{A000BD99-1410-4E20-BD6F-AA05873445BE}" srcOrd="0" destOrd="0" presId="urn:microsoft.com/office/officeart/2016/7/layout/BasicLinearProcessNumbered"/>
    <dgm:cxn modelId="{DEC61E9D-6E0A-4CC2-9255-1D3AED4CFE06}" type="presOf" srcId="{99FF5924-C75A-4DC7-9DB9-D32980FE90D8}" destId="{52579CAE-761D-4439-AB48-ED6E3A130FE0}" srcOrd="0" destOrd="0" presId="urn:microsoft.com/office/officeart/2016/7/layout/BasicLinearProcessNumbered"/>
    <dgm:cxn modelId="{E9A793A8-F24E-46C9-B90E-F963513061E5}" type="presOf" srcId="{0B6A7473-A696-4376-90B6-72476E625BAC}" destId="{C2BC6BFC-0B69-49A0-8FF8-CD3520B2833A}" srcOrd="1" destOrd="0" presId="urn:microsoft.com/office/officeart/2016/7/layout/BasicLinearProcessNumbered"/>
    <dgm:cxn modelId="{9FAF97AA-631B-4CDF-8610-D413985DBCE8}" type="presOf" srcId="{0B6A7473-A696-4376-90B6-72476E625BAC}" destId="{42888F56-F0BA-4F62-9781-530CFB247E2B}" srcOrd="0" destOrd="0" presId="urn:microsoft.com/office/officeart/2016/7/layout/BasicLinearProcessNumbered"/>
    <dgm:cxn modelId="{EE6963B2-A317-486B-B3C0-2DD7E0236FD2}" type="presOf" srcId="{E4D07CAB-364F-483D-B474-303140A07E0E}" destId="{F1F25F6F-4213-4D3B-A4E9-16F115BF7629}" srcOrd="0" destOrd="0" presId="urn:microsoft.com/office/officeart/2016/7/layout/BasicLinearProcessNumbered"/>
    <dgm:cxn modelId="{E48D3DB8-4847-44A8-8EE9-68CE3B442C1F}" type="presOf" srcId="{9A550D38-C079-43DA-B260-F5370B74D180}" destId="{B64A6DE9-88FE-4844-9C8D-D7238F758D9B}" srcOrd="0" destOrd="0" presId="urn:microsoft.com/office/officeart/2016/7/layout/BasicLinearProcessNumbered"/>
    <dgm:cxn modelId="{E2E1C3C4-FCC4-41C5-B634-BB3CF1D744B5}" type="presOf" srcId="{EAA68F86-E834-42B5-B179-4B9C45B6BB5C}" destId="{4F3849F0-3891-4D11-B54F-7034D35B691D}" srcOrd="0" destOrd="0" presId="urn:microsoft.com/office/officeart/2016/7/layout/BasicLinearProcessNumbered"/>
    <dgm:cxn modelId="{0504E0C4-3B60-46E1-9A18-CBC908E05134}" srcId="{99FF5924-C75A-4DC7-9DB9-D32980FE90D8}" destId="{AD2FD8F5-7E4B-4293-B3B7-569621DA79DA}" srcOrd="5" destOrd="0" parTransId="{2472658E-4143-4E7D-B659-AD5217E89019}" sibTransId="{3D7077F3-2ED5-4647-A707-C5E2FB1081E4}"/>
    <dgm:cxn modelId="{48D7EAC7-4AB4-4CB6-B143-02647BF68CEC}" type="presOf" srcId="{E4D07CAB-364F-483D-B474-303140A07E0E}" destId="{96643689-BCA6-43A9-91F4-C24E4CE7CA05}" srcOrd="1" destOrd="0" presId="urn:microsoft.com/office/officeart/2016/7/layout/BasicLinearProcessNumbered"/>
    <dgm:cxn modelId="{E79182CC-3884-4ED7-BA89-DBB7EE6B682A}" srcId="{99FF5924-C75A-4DC7-9DB9-D32980FE90D8}" destId="{E4D07CAB-364F-483D-B474-303140A07E0E}" srcOrd="4" destOrd="0" parTransId="{3A0D7745-38C3-4C5D-B441-4E4F76D178D2}" sibTransId="{ED852254-1CD8-4BB2-89EE-B992EB5BF5F0}"/>
    <dgm:cxn modelId="{3663A0E4-FEE3-4E4F-8590-8FA2F0EC4609}" type="presOf" srcId="{BEA5E342-66EF-4ADF-888B-EAD4244C9B46}" destId="{F5E176F6-A48C-48FF-A9F7-69E888DEA057}" srcOrd="0" destOrd="0" presId="urn:microsoft.com/office/officeart/2016/7/layout/BasicLinearProcessNumbered"/>
    <dgm:cxn modelId="{242571F4-8B59-4C66-843E-2CACDC2D4091}" type="presOf" srcId="{AD2FD8F5-7E4B-4293-B3B7-569621DA79DA}" destId="{CBC59EEB-4465-4472-B2CE-FECB72D2FEC7}" srcOrd="0" destOrd="0" presId="urn:microsoft.com/office/officeart/2016/7/layout/BasicLinearProcessNumbered"/>
    <dgm:cxn modelId="{56F40A11-3368-4B0E-AB2A-8AA092637889}" type="presParOf" srcId="{52579CAE-761D-4439-AB48-ED6E3A130FE0}" destId="{8E513BF9-4D2D-43F8-AE19-8CC95161FA2E}" srcOrd="0" destOrd="0" presId="urn:microsoft.com/office/officeart/2016/7/layout/BasicLinearProcessNumbered"/>
    <dgm:cxn modelId="{93F2AA85-CD00-440D-874B-944F7C4E4B9F}" type="presParOf" srcId="{8E513BF9-4D2D-43F8-AE19-8CC95161FA2E}" destId="{AE9E5295-18B5-401A-957B-1261F1E83AE8}" srcOrd="0" destOrd="0" presId="urn:microsoft.com/office/officeart/2016/7/layout/BasicLinearProcessNumbered"/>
    <dgm:cxn modelId="{2ECED7B5-E80B-4E03-83DC-43F65265AB1B}" type="presParOf" srcId="{8E513BF9-4D2D-43F8-AE19-8CC95161FA2E}" destId="{726811EF-EE25-4235-8B5D-A2F47DA6CBAB}" srcOrd="1" destOrd="0" presId="urn:microsoft.com/office/officeart/2016/7/layout/BasicLinearProcessNumbered"/>
    <dgm:cxn modelId="{3CA2BB78-9C13-4121-A618-FC3FC2065921}" type="presParOf" srcId="{8E513BF9-4D2D-43F8-AE19-8CC95161FA2E}" destId="{B1986559-BA35-4673-B428-DF511ABAFED9}" srcOrd="2" destOrd="0" presId="urn:microsoft.com/office/officeart/2016/7/layout/BasicLinearProcessNumbered"/>
    <dgm:cxn modelId="{B27C9282-9B3C-462D-A227-7E32D45E38AA}" type="presParOf" srcId="{8E513BF9-4D2D-43F8-AE19-8CC95161FA2E}" destId="{308E0FF7-12B6-464F-B03E-18136C40526D}" srcOrd="3" destOrd="0" presId="urn:microsoft.com/office/officeart/2016/7/layout/BasicLinearProcessNumbered"/>
    <dgm:cxn modelId="{9510BDC7-9E4A-4C49-A0A1-9C32E1BFB7FC}" type="presParOf" srcId="{52579CAE-761D-4439-AB48-ED6E3A130FE0}" destId="{852DEFC7-9E6D-4516-A5A8-697F0DB2015F}" srcOrd="1" destOrd="0" presId="urn:microsoft.com/office/officeart/2016/7/layout/BasicLinearProcessNumbered"/>
    <dgm:cxn modelId="{1C434AEF-7F24-42A9-AD9C-972332684E2D}" type="presParOf" srcId="{52579CAE-761D-4439-AB48-ED6E3A130FE0}" destId="{7EF6C1D4-3C52-4A7C-A8B2-5105D8DA9E2B}" srcOrd="2" destOrd="0" presId="urn:microsoft.com/office/officeart/2016/7/layout/BasicLinearProcessNumbered"/>
    <dgm:cxn modelId="{8DD645E0-242A-4AB5-AA0E-E66B678B1B07}" type="presParOf" srcId="{7EF6C1D4-3C52-4A7C-A8B2-5105D8DA9E2B}" destId="{42888F56-F0BA-4F62-9781-530CFB247E2B}" srcOrd="0" destOrd="0" presId="urn:microsoft.com/office/officeart/2016/7/layout/BasicLinearProcessNumbered"/>
    <dgm:cxn modelId="{D92C45CE-C5AF-4D31-B03A-A3B268C9652E}" type="presParOf" srcId="{7EF6C1D4-3C52-4A7C-A8B2-5105D8DA9E2B}" destId="{5B02E58E-B3F4-48E2-8A65-E8DDAC992D8F}" srcOrd="1" destOrd="0" presId="urn:microsoft.com/office/officeart/2016/7/layout/BasicLinearProcessNumbered"/>
    <dgm:cxn modelId="{B615DF62-4959-476E-9DEC-F4FCD2DEEA8D}" type="presParOf" srcId="{7EF6C1D4-3C52-4A7C-A8B2-5105D8DA9E2B}" destId="{5A11A8ED-E808-4BA6-B17F-B76F8291B69B}" srcOrd="2" destOrd="0" presId="urn:microsoft.com/office/officeart/2016/7/layout/BasicLinearProcessNumbered"/>
    <dgm:cxn modelId="{B78B305A-FABD-4C48-BDE7-17BD1BC06612}" type="presParOf" srcId="{7EF6C1D4-3C52-4A7C-A8B2-5105D8DA9E2B}" destId="{C2BC6BFC-0B69-49A0-8FF8-CD3520B2833A}" srcOrd="3" destOrd="0" presId="urn:microsoft.com/office/officeart/2016/7/layout/BasicLinearProcessNumbered"/>
    <dgm:cxn modelId="{5BEA751D-86F2-4602-A97D-7B24F6A3A399}" type="presParOf" srcId="{52579CAE-761D-4439-AB48-ED6E3A130FE0}" destId="{0D5A6661-1D41-4091-B5D4-13EB1E181083}" srcOrd="3" destOrd="0" presId="urn:microsoft.com/office/officeart/2016/7/layout/BasicLinearProcessNumbered"/>
    <dgm:cxn modelId="{96732F6C-676D-49AA-B9EC-D14F6E60825F}" type="presParOf" srcId="{52579CAE-761D-4439-AB48-ED6E3A130FE0}" destId="{94DE1D37-2FF8-477C-BF36-9A675C523DD9}" srcOrd="4" destOrd="0" presId="urn:microsoft.com/office/officeart/2016/7/layout/BasicLinearProcessNumbered"/>
    <dgm:cxn modelId="{F625B865-4159-4178-BE84-7567030D3FFE}" type="presParOf" srcId="{94DE1D37-2FF8-477C-BF36-9A675C523DD9}" destId="{B64A6DE9-88FE-4844-9C8D-D7238F758D9B}" srcOrd="0" destOrd="0" presId="urn:microsoft.com/office/officeart/2016/7/layout/BasicLinearProcessNumbered"/>
    <dgm:cxn modelId="{289D435F-D7BA-409D-8466-958FE3802C57}" type="presParOf" srcId="{94DE1D37-2FF8-477C-BF36-9A675C523DD9}" destId="{F5E176F6-A48C-48FF-A9F7-69E888DEA057}" srcOrd="1" destOrd="0" presId="urn:microsoft.com/office/officeart/2016/7/layout/BasicLinearProcessNumbered"/>
    <dgm:cxn modelId="{63C5CAC2-A4E3-41B5-8315-6A45ED82C2EF}" type="presParOf" srcId="{94DE1D37-2FF8-477C-BF36-9A675C523DD9}" destId="{E2081615-D44F-4652-B2DC-1598C3D40361}" srcOrd="2" destOrd="0" presId="urn:microsoft.com/office/officeart/2016/7/layout/BasicLinearProcessNumbered"/>
    <dgm:cxn modelId="{2FFCCE12-71AF-4068-86C4-7425FD4D7AD5}" type="presParOf" srcId="{94DE1D37-2FF8-477C-BF36-9A675C523DD9}" destId="{DC0201C0-7992-42AF-BD08-D9A34EA17EA3}" srcOrd="3" destOrd="0" presId="urn:microsoft.com/office/officeart/2016/7/layout/BasicLinearProcessNumbered"/>
    <dgm:cxn modelId="{F15B2A5F-7269-4FB5-A5A2-99489E7BC4A6}" type="presParOf" srcId="{52579CAE-761D-4439-AB48-ED6E3A130FE0}" destId="{F8FDD276-C049-4FCA-8040-E5982932582F}" srcOrd="5" destOrd="0" presId="urn:microsoft.com/office/officeart/2016/7/layout/BasicLinearProcessNumbered"/>
    <dgm:cxn modelId="{2F282686-72FE-4721-9747-F98BA2BBBEF7}" type="presParOf" srcId="{52579CAE-761D-4439-AB48-ED6E3A130FE0}" destId="{3A3018F1-6896-4A41-A6C4-374D64D81AFE}" srcOrd="6" destOrd="0" presId="urn:microsoft.com/office/officeart/2016/7/layout/BasicLinearProcessNumbered"/>
    <dgm:cxn modelId="{D8F2D708-6ECF-4AD7-AA49-67A1962FDA9F}" type="presParOf" srcId="{3A3018F1-6896-4A41-A6C4-374D64D81AFE}" destId="{D4BF8084-F63A-4D69-AE4A-DE2387436653}" srcOrd="0" destOrd="0" presId="urn:microsoft.com/office/officeart/2016/7/layout/BasicLinearProcessNumbered"/>
    <dgm:cxn modelId="{AA20925D-828E-448E-9E48-73C4E9E32C7D}" type="presParOf" srcId="{3A3018F1-6896-4A41-A6C4-374D64D81AFE}" destId="{4F3849F0-3891-4D11-B54F-7034D35B691D}" srcOrd="1" destOrd="0" presId="urn:microsoft.com/office/officeart/2016/7/layout/BasicLinearProcessNumbered"/>
    <dgm:cxn modelId="{94FAE50D-20EA-4CC9-A079-72838B2E6674}" type="presParOf" srcId="{3A3018F1-6896-4A41-A6C4-374D64D81AFE}" destId="{F143B552-D637-4826-A0B3-23AC62B8A987}" srcOrd="2" destOrd="0" presId="urn:microsoft.com/office/officeart/2016/7/layout/BasicLinearProcessNumbered"/>
    <dgm:cxn modelId="{96042360-0375-420D-8C37-3C3A809E40D2}" type="presParOf" srcId="{3A3018F1-6896-4A41-A6C4-374D64D81AFE}" destId="{1DCDB7A9-6E98-4209-B490-2AEB9BF40A7E}" srcOrd="3" destOrd="0" presId="urn:microsoft.com/office/officeart/2016/7/layout/BasicLinearProcessNumbered"/>
    <dgm:cxn modelId="{D9869553-7ECD-4383-B5E1-1F2B61498E31}" type="presParOf" srcId="{52579CAE-761D-4439-AB48-ED6E3A130FE0}" destId="{8E6B617F-E6BE-4411-8380-002648F4BEEB}" srcOrd="7" destOrd="0" presId="urn:microsoft.com/office/officeart/2016/7/layout/BasicLinearProcessNumbered"/>
    <dgm:cxn modelId="{9A0DF2FA-AF71-4B38-8D44-F0F2C659C51E}" type="presParOf" srcId="{52579CAE-761D-4439-AB48-ED6E3A130FE0}" destId="{FE34E213-6215-474C-9ACF-4578BFC72CC4}" srcOrd="8" destOrd="0" presId="urn:microsoft.com/office/officeart/2016/7/layout/BasicLinearProcessNumbered"/>
    <dgm:cxn modelId="{26170066-01F1-479C-8400-D127990FF1E0}" type="presParOf" srcId="{FE34E213-6215-474C-9ACF-4578BFC72CC4}" destId="{F1F25F6F-4213-4D3B-A4E9-16F115BF7629}" srcOrd="0" destOrd="0" presId="urn:microsoft.com/office/officeart/2016/7/layout/BasicLinearProcessNumbered"/>
    <dgm:cxn modelId="{06ACE915-64F3-47B7-B38F-25959111E379}" type="presParOf" srcId="{FE34E213-6215-474C-9ACF-4578BFC72CC4}" destId="{A000BD99-1410-4E20-BD6F-AA05873445BE}" srcOrd="1" destOrd="0" presId="urn:microsoft.com/office/officeart/2016/7/layout/BasicLinearProcessNumbered"/>
    <dgm:cxn modelId="{8A6AE261-EF11-44D6-9FAD-7D9AEFD35C52}" type="presParOf" srcId="{FE34E213-6215-474C-9ACF-4578BFC72CC4}" destId="{947E9CBE-F66E-4582-8F05-DEFA65FDFF71}" srcOrd="2" destOrd="0" presId="urn:microsoft.com/office/officeart/2016/7/layout/BasicLinearProcessNumbered"/>
    <dgm:cxn modelId="{C386A53C-6B1F-4302-B1A7-B9D57065B76F}" type="presParOf" srcId="{FE34E213-6215-474C-9ACF-4578BFC72CC4}" destId="{96643689-BCA6-43A9-91F4-C24E4CE7CA05}" srcOrd="3" destOrd="0" presId="urn:microsoft.com/office/officeart/2016/7/layout/BasicLinearProcessNumbered"/>
    <dgm:cxn modelId="{96A480FA-B5AE-4625-9C59-67676C4992BF}" type="presParOf" srcId="{52579CAE-761D-4439-AB48-ED6E3A130FE0}" destId="{9A5EF27C-0A65-482B-85F1-C455A60A77D8}" srcOrd="9" destOrd="0" presId="urn:microsoft.com/office/officeart/2016/7/layout/BasicLinearProcessNumbered"/>
    <dgm:cxn modelId="{5BE6C42D-B38C-4073-86B5-76BE8537EC59}" type="presParOf" srcId="{52579CAE-761D-4439-AB48-ED6E3A130FE0}" destId="{D7FD603F-5BD1-4E17-82E8-3CB58AA3C4BE}" srcOrd="10" destOrd="0" presId="urn:microsoft.com/office/officeart/2016/7/layout/BasicLinearProcessNumbered"/>
    <dgm:cxn modelId="{E23C2BC9-76E9-4EA3-87FF-E1686EFF757B}" type="presParOf" srcId="{D7FD603F-5BD1-4E17-82E8-3CB58AA3C4BE}" destId="{CBC59EEB-4465-4472-B2CE-FECB72D2FEC7}" srcOrd="0" destOrd="0" presId="urn:microsoft.com/office/officeart/2016/7/layout/BasicLinearProcessNumbered"/>
    <dgm:cxn modelId="{83A3532F-8284-4DA4-8C88-BFC1203972D2}" type="presParOf" srcId="{D7FD603F-5BD1-4E17-82E8-3CB58AA3C4BE}" destId="{35071DBA-F070-4FFC-B119-1DD54FB2E9C1}" srcOrd="1" destOrd="0" presId="urn:microsoft.com/office/officeart/2016/7/layout/BasicLinearProcessNumbered"/>
    <dgm:cxn modelId="{93158178-180A-460C-9908-6372E0C6379D}" type="presParOf" srcId="{D7FD603F-5BD1-4E17-82E8-3CB58AA3C4BE}" destId="{0B1AEBCE-D070-4914-9635-D94295E06CD4}" srcOrd="2" destOrd="0" presId="urn:microsoft.com/office/officeart/2016/7/layout/BasicLinearProcessNumbered"/>
    <dgm:cxn modelId="{2DD2CF1F-66A0-410C-BCAA-198A804DDD0F}" type="presParOf" srcId="{D7FD603F-5BD1-4E17-82E8-3CB58AA3C4BE}" destId="{9883046D-AEE8-4D4D-9810-5F9829DDE421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6C2BC2-7440-4130-AB60-DDECDC1E388B}">
      <dsp:nvSpPr>
        <dsp:cNvPr id="0" name=""/>
        <dsp:cNvSpPr/>
      </dsp:nvSpPr>
      <dsp:spPr>
        <a:xfrm>
          <a:off x="0" y="2435"/>
          <a:ext cx="6105526" cy="10366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A78632-0A97-492A-988C-AFD0EE9BE339}">
      <dsp:nvSpPr>
        <dsp:cNvPr id="0" name=""/>
        <dsp:cNvSpPr/>
      </dsp:nvSpPr>
      <dsp:spPr>
        <a:xfrm>
          <a:off x="313600" y="235692"/>
          <a:ext cx="570739" cy="5701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F034B8-8DF2-4211-B52A-FCCA532DAE58}">
      <dsp:nvSpPr>
        <dsp:cNvPr id="0" name=""/>
        <dsp:cNvSpPr/>
      </dsp:nvSpPr>
      <dsp:spPr>
        <a:xfrm>
          <a:off x="1197939" y="2435"/>
          <a:ext cx="4598708" cy="10377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824" tIns="109824" rIns="109824" bIns="109824" numCol="1" spcCol="1270" anchor="ctr" anchorCtr="0">
          <a:noAutofit/>
        </a:bodyPr>
        <a:lstStyle/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/>
            <a:t>Ethics is a set of moral standards for judging whether something is right or wrong. </a:t>
          </a:r>
          <a:endParaRPr lang="en-US" sz="1400" b="1" kern="1200"/>
        </a:p>
      </dsp:txBody>
      <dsp:txXfrm>
        <a:off x="1197939" y="2435"/>
        <a:ext cx="4598708" cy="1037707"/>
      </dsp:txXfrm>
    </dsp:sp>
    <dsp:sp modelId="{184FD9B9-74D6-42AC-A5EF-A4A75A904763}">
      <dsp:nvSpPr>
        <dsp:cNvPr id="0" name=""/>
        <dsp:cNvSpPr/>
      </dsp:nvSpPr>
      <dsp:spPr>
        <a:xfrm>
          <a:off x="0" y="1277334"/>
          <a:ext cx="6105526" cy="10366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EA686D-EA9E-4F94-91C9-2FB86B54DBED}">
      <dsp:nvSpPr>
        <dsp:cNvPr id="0" name=""/>
        <dsp:cNvSpPr/>
      </dsp:nvSpPr>
      <dsp:spPr>
        <a:xfrm>
          <a:off x="313600" y="1510590"/>
          <a:ext cx="570739" cy="5701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449C06-6D5A-44AC-BF45-2A194216E283}">
      <dsp:nvSpPr>
        <dsp:cNvPr id="0" name=""/>
        <dsp:cNvSpPr/>
      </dsp:nvSpPr>
      <dsp:spPr>
        <a:xfrm>
          <a:off x="1197939" y="1277334"/>
          <a:ext cx="4598708" cy="10377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824" tIns="109824" rIns="109824" bIns="109824" numCol="1" spcCol="1270" anchor="ctr" anchorCtr="0">
          <a:noAutofit/>
        </a:bodyPr>
        <a:lstStyle/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/>
            <a:t>Ethics are a code of moral principles and values that governs the behaviours of a person or a group with respect to what is right and wrong</a:t>
          </a:r>
          <a:endParaRPr lang="en-US" sz="1400" b="1" kern="1200"/>
        </a:p>
      </dsp:txBody>
      <dsp:txXfrm>
        <a:off x="1197939" y="1277334"/>
        <a:ext cx="4598708" cy="1037707"/>
      </dsp:txXfrm>
    </dsp:sp>
    <dsp:sp modelId="{F8ABFD85-00A6-416C-98DE-284F5CFC2950}">
      <dsp:nvSpPr>
        <dsp:cNvPr id="0" name=""/>
        <dsp:cNvSpPr/>
      </dsp:nvSpPr>
      <dsp:spPr>
        <a:xfrm>
          <a:off x="0" y="2552232"/>
          <a:ext cx="6105526" cy="10366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36E6AF-8686-4051-B903-889DA4859F65}">
      <dsp:nvSpPr>
        <dsp:cNvPr id="0" name=""/>
        <dsp:cNvSpPr/>
      </dsp:nvSpPr>
      <dsp:spPr>
        <a:xfrm>
          <a:off x="313600" y="2785488"/>
          <a:ext cx="570739" cy="5701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C4DCBE-5B5E-4CCA-A6ED-C92BD7AA81ED}">
      <dsp:nvSpPr>
        <dsp:cNvPr id="0" name=""/>
        <dsp:cNvSpPr/>
      </dsp:nvSpPr>
      <dsp:spPr>
        <a:xfrm>
          <a:off x="1197939" y="2552232"/>
          <a:ext cx="4598708" cy="10377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824" tIns="109824" rIns="109824" bIns="109824" numCol="1" spcCol="1270" anchor="ctr" anchorCtr="0">
          <a:noAutofit/>
        </a:bodyPr>
        <a:lstStyle/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/>
            <a:t>The first step in understanding business ethics is learning to recognize an ethical issue </a:t>
          </a:r>
          <a:endParaRPr lang="en-US" sz="1400" b="1" kern="1200" dirty="0"/>
        </a:p>
      </dsp:txBody>
      <dsp:txXfrm>
        <a:off x="1197939" y="2552232"/>
        <a:ext cx="4598708" cy="1037707"/>
      </dsp:txXfrm>
    </dsp:sp>
    <dsp:sp modelId="{D969BE53-2DA5-4CC5-BB1D-DB338A3C3CF8}">
      <dsp:nvSpPr>
        <dsp:cNvPr id="0" name=""/>
        <dsp:cNvSpPr/>
      </dsp:nvSpPr>
      <dsp:spPr>
        <a:xfrm>
          <a:off x="0" y="3827130"/>
          <a:ext cx="6105526" cy="10366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FC141D-56A6-4F54-8471-E28EB0522944}">
      <dsp:nvSpPr>
        <dsp:cNvPr id="0" name=""/>
        <dsp:cNvSpPr/>
      </dsp:nvSpPr>
      <dsp:spPr>
        <a:xfrm>
          <a:off x="313600" y="4060386"/>
          <a:ext cx="570739" cy="57018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B6A135-5297-4CF6-AE1F-140B4DA5339E}">
      <dsp:nvSpPr>
        <dsp:cNvPr id="0" name=""/>
        <dsp:cNvSpPr/>
      </dsp:nvSpPr>
      <dsp:spPr>
        <a:xfrm>
          <a:off x="1197939" y="3827130"/>
          <a:ext cx="4598708" cy="10377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824" tIns="109824" rIns="109824" bIns="109824" numCol="1" spcCol="1270" anchor="ctr" anchorCtr="0">
          <a:noAutofit/>
        </a:bodyPr>
        <a:lstStyle/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/>
            <a:t>An ethical issue is a situation where someone must choose between a set of actions that may be ethical or unethical</a:t>
          </a:r>
          <a:endParaRPr lang="en-US" sz="1400" b="1" kern="1200"/>
        </a:p>
      </dsp:txBody>
      <dsp:txXfrm>
        <a:off x="1197939" y="3827130"/>
        <a:ext cx="4598708" cy="10377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21B7D6-8062-4F58-B138-9E83910C9426}">
      <dsp:nvSpPr>
        <dsp:cNvPr id="0" name=""/>
        <dsp:cNvSpPr/>
      </dsp:nvSpPr>
      <dsp:spPr>
        <a:xfrm>
          <a:off x="2841" y="628921"/>
          <a:ext cx="1538352" cy="2153693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36" tIns="330200" rIns="119936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baseline="0"/>
            <a:t>Taking things that don’t belong to you </a:t>
          </a:r>
          <a:endParaRPr lang="en-US" sz="1100" kern="1200"/>
        </a:p>
      </dsp:txBody>
      <dsp:txXfrm>
        <a:off x="2841" y="1447325"/>
        <a:ext cx="1538352" cy="1292215"/>
      </dsp:txXfrm>
    </dsp:sp>
    <dsp:sp modelId="{9CABE062-69C1-41B6-BD82-798BC50B8062}">
      <dsp:nvSpPr>
        <dsp:cNvPr id="0" name=""/>
        <dsp:cNvSpPr/>
      </dsp:nvSpPr>
      <dsp:spPr>
        <a:xfrm>
          <a:off x="448963" y="844291"/>
          <a:ext cx="646107" cy="64610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373" tIns="12700" rIns="50373" bIns="127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1</a:t>
          </a:r>
        </a:p>
      </dsp:txBody>
      <dsp:txXfrm>
        <a:off x="543583" y="938911"/>
        <a:ext cx="456867" cy="456867"/>
      </dsp:txXfrm>
    </dsp:sp>
    <dsp:sp modelId="{C46F64B3-3DB6-4A70-B0D1-F8F4321CBD3B}">
      <dsp:nvSpPr>
        <dsp:cNvPr id="0" name=""/>
        <dsp:cNvSpPr/>
      </dsp:nvSpPr>
      <dsp:spPr>
        <a:xfrm>
          <a:off x="2841" y="2782543"/>
          <a:ext cx="1538352" cy="72"/>
        </a:xfrm>
        <a:prstGeom prst="rect">
          <a:avLst/>
        </a:prstGeom>
        <a:solidFill>
          <a:schemeClr val="accent5">
            <a:hueOff val="165897"/>
            <a:satOff val="-392"/>
            <a:lumOff val="66"/>
            <a:alphaOff val="0"/>
          </a:schemeClr>
        </a:solidFill>
        <a:ln w="12700" cap="flat" cmpd="sng" algn="ctr">
          <a:solidFill>
            <a:schemeClr val="accent5">
              <a:hueOff val="165897"/>
              <a:satOff val="-392"/>
              <a:lumOff val="6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BFBC85-E650-46B5-85AF-3B933A67EF86}">
      <dsp:nvSpPr>
        <dsp:cNvPr id="0" name=""/>
        <dsp:cNvSpPr/>
      </dsp:nvSpPr>
      <dsp:spPr>
        <a:xfrm>
          <a:off x="1695028" y="628921"/>
          <a:ext cx="1538352" cy="2153693"/>
        </a:xfrm>
        <a:prstGeom prst="rect">
          <a:avLst/>
        </a:prstGeom>
        <a:solidFill>
          <a:schemeClr val="accent5">
            <a:tint val="40000"/>
            <a:alpha val="90000"/>
            <a:hueOff val="241624"/>
            <a:satOff val="-369"/>
            <a:lumOff val="-9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241624"/>
              <a:satOff val="-369"/>
              <a:lumOff val="-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36" tIns="330200" rIns="119936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baseline="0"/>
            <a:t>Saying things, you know are not true </a:t>
          </a:r>
          <a:endParaRPr lang="en-US" sz="1100" kern="1200"/>
        </a:p>
      </dsp:txBody>
      <dsp:txXfrm>
        <a:off x="1695028" y="1447325"/>
        <a:ext cx="1538352" cy="1292215"/>
      </dsp:txXfrm>
    </dsp:sp>
    <dsp:sp modelId="{2EBD3AEB-0A03-489C-808D-3817FD8FC0C7}">
      <dsp:nvSpPr>
        <dsp:cNvPr id="0" name=""/>
        <dsp:cNvSpPr/>
      </dsp:nvSpPr>
      <dsp:spPr>
        <a:xfrm>
          <a:off x="2141150" y="844291"/>
          <a:ext cx="646107" cy="646107"/>
        </a:xfrm>
        <a:prstGeom prst="ellipse">
          <a:avLst/>
        </a:prstGeom>
        <a:solidFill>
          <a:schemeClr val="accent5">
            <a:hueOff val="331793"/>
            <a:satOff val="-784"/>
            <a:lumOff val="131"/>
            <a:alphaOff val="0"/>
          </a:schemeClr>
        </a:solidFill>
        <a:ln w="12700" cap="flat" cmpd="sng" algn="ctr">
          <a:solidFill>
            <a:schemeClr val="accent5">
              <a:hueOff val="331793"/>
              <a:satOff val="-784"/>
              <a:lumOff val="13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373" tIns="12700" rIns="50373" bIns="127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2</a:t>
          </a:r>
        </a:p>
      </dsp:txBody>
      <dsp:txXfrm>
        <a:off x="2235770" y="938911"/>
        <a:ext cx="456867" cy="456867"/>
      </dsp:txXfrm>
    </dsp:sp>
    <dsp:sp modelId="{45B2E97B-712B-44AF-8E97-2A2A4C7BBFFD}">
      <dsp:nvSpPr>
        <dsp:cNvPr id="0" name=""/>
        <dsp:cNvSpPr/>
      </dsp:nvSpPr>
      <dsp:spPr>
        <a:xfrm>
          <a:off x="1695028" y="2782543"/>
          <a:ext cx="1538352" cy="72"/>
        </a:xfrm>
        <a:prstGeom prst="rect">
          <a:avLst/>
        </a:prstGeom>
        <a:solidFill>
          <a:schemeClr val="accent5">
            <a:hueOff val="497690"/>
            <a:satOff val="-1176"/>
            <a:lumOff val="197"/>
            <a:alphaOff val="0"/>
          </a:schemeClr>
        </a:solidFill>
        <a:ln w="12700" cap="flat" cmpd="sng" algn="ctr">
          <a:solidFill>
            <a:schemeClr val="accent5">
              <a:hueOff val="497690"/>
              <a:satOff val="-1176"/>
              <a:lumOff val="19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95112B-0CB6-4803-B065-8F20340C4DE1}">
      <dsp:nvSpPr>
        <dsp:cNvPr id="0" name=""/>
        <dsp:cNvSpPr/>
      </dsp:nvSpPr>
      <dsp:spPr>
        <a:xfrm>
          <a:off x="3387216" y="628921"/>
          <a:ext cx="1538352" cy="2153693"/>
        </a:xfrm>
        <a:prstGeom prst="rect">
          <a:avLst/>
        </a:prstGeom>
        <a:solidFill>
          <a:schemeClr val="accent5">
            <a:tint val="40000"/>
            <a:alpha val="90000"/>
            <a:hueOff val="483247"/>
            <a:satOff val="-737"/>
            <a:lumOff val="-19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483247"/>
              <a:satOff val="-737"/>
              <a:lumOff val="-1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36" tIns="330200" rIns="119936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baseline="0"/>
            <a:t>Giving or allowing false impressions </a:t>
          </a:r>
          <a:endParaRPr lang="en-US" sz="1100" kern="1200"/>
        </a:p>
      </dsp:txBody>
      <dsp:txXfrm>
        <a:off x="3387216" y="1447325"/>
        <a:ext cx="1538352" cy="1292215"/>
      </dsp:txXfrm>
    </dsp:sp>
    <dsp:sp modelId="{39BEA610-EBD9-44F4-A756-CD64B95BB894}">
      <dsp:nvSpPr>
        <dsp:cNvPr id="0" name=""/>
        <dsp:cNvSpPr/>
      </dsp:nvSpPr>
      <dsp:spPr>
        <a:xfrm>
          <a:off x="3833338" y="844291"/>
          <a:ext cx="646107" cy="646107"/>
        </a:xfrm>
        <a:prstGeom prst="ellipse">
          <a:avLst/>
        </a:prstGeom>
        <a:solidFill>
          <a:schemeClr val="accent5">
            <a:hueOff val="663587"/>
            <a:satOff val="-1568"/>
            <a:lumOff val="262"/>
            <a:alphaOff val="0"/>
          </a:schemeClr>
        </a:solidFill>
        <a:ln w="12700" cap="flat" cmpd="sng" algn="ctr">
          <a:solidFill>
            <a:schemeClr val="accent5">
              <a:hueOff val="663587"/>
              <a:satOff val="-1568"/>
              <a:lumOff val="26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373" tIns="12700" rIns="50373" bIns="127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3</a:t>
          </a:r>
        </a:p>
      </dsp:txBody>
      <dsp:txXfrm>
        <a:off x="3927958" y="938911"/>
        <a:ext cx="456867" cy="456867"/>
      </dsp:txXfrm>
    </dsp:sp>
    <dsp:sp modelId="{2722E319-A24D-4F08-BA1E-C48D456F328C}">
      <dsp:nvSpPr>
        <dsp:cNvPr id="0" name=""/>
        <dsp:cNvSpPr/>
      </dsp:nvSpPr>
      <dsp:spPr>
        <a:xfrm>
          <a:off x="3387216" y="2782543"/>
          <a:ext cx="1538352" cy="72"/>
        </a:xfrm>
        <a:prstGeom prst="rect">
          <a:avLst/>
        </a:prstGeom>
        <a:solidFill>
          <a:schemeClr val="accent5">
            <a:hueOff val="829483"/>
            <a:satOff val="-1960"/>
            <a:lumOff val="328"/>
            <a:alphaOff val="0"/>
          </a:schemeClr>
        </a:solidFill>
        <a:ln w="12700" cap="flat" cmpd="sng" algn="ctr">
          <a:solidFill>
            <a:schemeClr val="accent5">
              <a:hueOff val="829483"/>
              <a:satOff val="-1960"/>
              <a:lumOff val="3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268733-0EA4-4BA9-9835-49BC5A2235B6}">
      <dsp:nvSpPr>
        <dsp:cNvPr id="0" name=""/>
        <dsp:cNvSpPr/>
      </dsp:nvSpPr>
      <dsp:spPr>
        <a:xfrm>
          <a:off x="5079403" y="628921"/>
          <a:ext cx="1538352" cy="2153693"/>
        </a:xfrm>
        <a:prstGeom prst="rect">
          <a:avLst/>
        </a:prstGeom>
        <a:solidFill>
          <a:schemeClr val="accent5">
            <a:tint val="40000"/>
            <a:alpha val="90000"/>
            <a:hueOff val="724871"/>
            <a:satOff val="-1106"/>
            <a:lumOff val="-2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724871"/>
              <a:satOff val="-1106"/>
              <a:lumOff val="-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36" tIns="330200" rIns="119936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baseline="0"/>
            <a:t>Buying influence or engaging in a conflict of interest </a:t>
          </a:r>
          <a:endParaRPr lang="en-US" sz="1100" kern="1200"/>
        </a:p>
      </dsp:txBody>
      <dsp:txXfrm>
        <a:off x="5079403" y="1447325"/>
        <a:ext cx="1538352" cy="1292215"/>
      </dsp:txXfrm>
    </dsp:sp>
    <dsp:sp modelId="{B748A9FF-C98F-41BE-958D-88A8E023ACC5}">
      <dsp:nvSpPr>
        <dsp:cNvPr id="0" name=""/>
        <dsp:cNvSpPr/>
      </dsp:nvSpPr>
      <dsp:spPr>
        <a:xfrm>
          <a:off x="5525526" y="844291"/>
          <a:ext cx="646107" cy="646107"/>
        </a:xfrm>
        <a:prstGeom prst="ellipse">
          <a:avLst/>
        </a:prstGeom>
        <a:solidFill>
          <a:schemeClr val="accent5">
            <a:hueOff val="995380"/>
            <a:satOff val="-2352"/>
            <a:lumOff val="393"/>
            <a:alphaOff val="0"/>
          </a:schemeClr>
        </a:solidFill>
        <a:ln w="12700" cap="flat" cmpd="sng" algn="ctr">
          <a:solidFill>
            <a:schemeClr val="accent5">
              <a:hueOff val="995380"/>
              <a:satOff val="-2352"/>
              <a:lumOff val="39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373" tIns="12700" rIns="50373" bIns="127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4</a:t>
          </a:r>
        </a:p>
      </dsp:txBody>
      <dsp:txXfrm>
        <a:off x="5620146" y="938911"/>
        <a:ext cx="456867" cy="456867"/>
      </dsp:txXfrm>
    </dsp:sp>
    <dsp:sp modelId="{61ED9714-2DD5-4B5F-AC82-BC83EEB5FC81}">
      <dsp:nvSpPr>
        <dsp:cNvPr id="0" name=""/>
        <dsp:cNvSpPr/>
      </dsp:nvSpPr>
      <dsp:spPr>
        <a:xfrm>
          <a:off x="5079403" y="2782543"/>
          <a:ext cx="1538352" cy="72"/>
        </a:xfrm>
        <a:prstGeom prst="rect">
          <a:avLst/>
        </a:prstGeom>
        <a:solidFill>
          <a:schemeClr val="accent5">
            <a:hueOff val="1161277"/>
            <a:satOff val="-2744"/>
            <a:lumOff val="459"/>
            <a:alphaOff val="0"/>
          </a:schemeClr>
        </a:solidFill>
        <a:ln w="12700" cap="flat" cmpd="sng" algn="ctr">
          <a:solidFill>
            <a:schemeClr val="accent5">
              <a:hueOff val="1161277"/>
              <a:satOff val="-2744"/>
              <a:lumOff val="45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159BCC-8C01-436B-A682-F6270C256CCD}">
      <dsp:nvSpPr>
        <dsp:cNvPr id="0" name=""/>
        <dsp:cNvSpPr/>
      </dsp:nvSpPr>
      <dsp:spPr>
        <a:xfrm>
          <a:off x="6771591" y="628921"/>
          <a:ext cx="1538352" cy="2153693"/>
        </a:xfrm>
        <a:prstGeom prst="rect">
          <a:avLst/>
        </a:prstGeom>
        <a:solidFill>
          <a:schemeClr val="accent5">
            <a:tint val="40000"/>
            <a:alpha val="90000"/>
            <a:hueOff val="966494"/>
            <a:satOff val="-1474"/>
            <a:lumOff val="-37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966494"/>
              <a:satOff val="-1474"/>
              <a:lumOff val="-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36" tIns="330200" rIns="119936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baseline="0"/>
            <a:t>Hiding or divulging information </a:t>
          </a:r>
          <a:endParaRPr lang="en-US" sz="1100" kern="1200"/>
        </a:p>
      </dsp:txBody>
      <dsp:txXfrm>
        <a:off x="6771591" y="1447325"/>
        <a:ext cx="1538352" cy="1292215"/>
      </dsp:txXfrm>
    </dsp:sp>
    <dsp:sp modelId="{80D1EEEC-4CC7-4DB8-85B1-9CDA94FD32AF}">
      <dsp:nvSpPr>
        <dsp:cNvPr id="0" name=""/>
        <dsp:cNvSpPr/>
      </dsp:nvSpPr>
      <dsp:spPr>
        <a:xfrm>
          <a:off x="7217713" y="844291"/>
          <a:ext cx="646107" cy="646107"/>
        </a:xfrm>
        <a:prstGeom prst="ellipse">
          <a:avLst/>
        </a:prstGeom>
        <a:solidFill>
          <a:schemeClr val="accent5">
            <a:hueOff val="1327173"/>
            <a:satOff val="-3136"/>
            <a:lumOff val="524"/>
            <a:alphaOff val="0"/>
          </a:schemeClr>
        </a:solidFill>
        <a:ln w="12700" cap="flat" cmpd="sng" algn="ctr">
          <a:solidFill>
            <a:schemeClr val="accent5">
              <a:hueOff val="1327173"/>
              <a:satOff val="-3136"/>
              <a:lumOff val="52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373" tIns="12700" rIns="50373" bIns="127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5</a:t>
          </a:r>
        </a:p>
      </dsp:txBody>
      <dsp:txXfrm>
        <a:off x="7312333" y="938911"/>
        <a:ext cx="456867" cy="456867"/>
      </dsp:txXfrm>
    </dsp:sp>
    <dsp:sp modelId="{24EDD85C-BC96-4324-98DF-B21476134888}">
      <dsp:nvSpPr>
        <dsp:cNvPr id="0" name=""/>
        <dsp:cNvSpPr/>
      </dsp:nvSpPr>
      <dsp:spPr>
        <a:xfrm>
          <a:off x="6771591" y="2782543"/>
          <a:ext cx="1538352" cy="72"/>
        </a:xfrm>
        <a:prstGeom prst="rect">
          <a:avLst/>
        </a:prstGeom>
        <a:solidFill>
          <a:schemeClr val="accent5">
            <a:hueOff val="1493070"/>
            <a:satOff val="-3528"/>
            <a:lumOff val="590"/>
            <a:alphaOff val="0"/>
          </a:schemeClr>
        </a:solidFill>
        <a:ln w="12700" cap="flat" cmpd="sng" algn="ctr">
          <a:solidFill>
            <a:schemeClr val="accent5">
              <a:hueOff val="1493070"/>
              <a:satOff val="-3528"/>
              <a:lumOff val="5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9E5295-18B5-401A-957B-1261F1E83AE8}">
      <dsp:nvSpPr>
        <dsp:cNvPr id="0" name=""/>
        <dsp:cNvSpPr/>
      </dsp:nvSpPr>
      <dsp:spPr>
        <a:xfrm>
          <a:off x="1014" y="810764"/>
          <a:ext cx="1278577" cy="179000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683" tIns="330200" rIns="99683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baseline="0"/>
            <a:t>Taking unfair advantage </a:t>
          </a:r>
          <a:endParaRPr lang="en-US" sz="1100" kern="1200"/>
        </a:p>
      </dsp:txBody>
      <dsp:txXfrm>
        <a:off x="1014" y="1490967"/>
        <a:ext cx="1278577" cy="1074005"/>
      </dsp:txXfrm>
    </dsp:sp>
    <dsp:sp modelId="{726811EF-EE25-4235-8B5D-A2F47DA6CBAB}">
      <dsp:nvSpPr>
        <dsp:cNvPr id="0" name=""/>
        <dsp:cNvSpPr/>
      </dsp:nvSpPr>
      <dsp:spPr>
        <a:xfrm>
          <a:off x="371802" y="989764"/>
          <a:ext cx="537002" cy="53700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867" tIns="12700" rIns="41867" bIns="1270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1</a:t>
          </a:r>
        </a:p>
      </dsp:txBody>
      <dsp:txXfrm>
        <a:off x="450444" y="1068406"/>
        <a:ext cx="379718" cy="379718"/>
      </dsp:txXfrm>
    </dsp:sp>
    <dsp:sp modelId="{B1986559-BA35-4673-B428-DF511ABAFED9}">
      <dsp:nvSpPr>
        <dsp:cNvPr id="0" name=""/>
        <dsp:cNvSpPr/>
      </dsp:nvSpPr>
      <dsp:spPr>
        <a:xfrm>
          <a:off x="1014" y="2600700"/>
          <a:ext cx="1278577" cy="72"/>
        </a:xfrm>
        <a:prstGeom prst="rect">
          <a:avLst/>
        </a:prstGeom>
        <a:solidFill>
          <a:schemeClr val="accent2">
            <a:hueOff val="133738"/>
            <a:satOff val="-1628"/>
            <a:lumOff val="-36"/>
            <a:alphaOff val="0"/>
          </a:schemeClr>
        </a:solidFill>
        <a:ln w="12700" cap="flat" cmpd="sng" algn="ctr">
          <a:solidFill>
            <a:schemeClr val="accent2">
              <a:hueOff val="133738"/>
              <a:satOff val="-1628"/>
              <a:lumOff val="-3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888F56-F0BA-4F62-9781-530CFB247E2B}">
      <dsp:nvSpPr>
        <dsp:cNvPr id="0" name=""/>
        <dsp:cNvSpPr/>
      </dsp:nvSpPr>
      <dsp:spPr>
        <a:xfrm>
          <a:off x="1407450" y="810764"/>
          <a:ext cx="1278577" cy="1790008"/>
        </a:xfrm>
        <a:prstGeom prst="rect">
          <a:avLst/>
        </a:prstGeom>
        <a:solidFill>
          <a:schemeClr val="accent2">
            <a:tint val="40000"/>
            <a:alpha val="90000"/>
            <a:hueOff val="407407"/>
            <a:satOff val="-2937"/>
            <a:lumOff val="-18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407407"/>
              <a:satOff val="-2937"/>
              <a:lumOff val="-1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683" tIns="330200" rIns="99683" bIns="330200" numCol="1" spcCol="1270" anchor="t" anchorCtr="0">
          <a:noAutofit/>
        </a:bodyPr>
        <a:lstStyle/>
        <a:p>
          <a:pPr marL="0" lvl="0" indent="0" algn="l" defTabSz="4222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50" b="0" kern="1200" baseline="0" dirty="0"/>
            <a:t>Committing improper personal behavior</a:t>
          </a:r>
          <a:endParaRPr lang="en-US" sz="950" kern="1200" dirty="0"/>
        </a:p>
      </dsp:txBody>
      <dsp:txXfrm>
        <a:off x="1407450" y="1490967"/>
        <a:ext cx="1278577" cy="1074005"/>
      </dsp:txXfrm>
    </dsp:sp>
    <dsp:sp modelId="{5B02E58E-B3F4-48E2-8A65-E8DDAC992D8F}">
      <dsp:nvSpPr>
        <dsp:cNvPr id="0" name=""/>
        <dsp:cNvSpPr/>
      </dsp:nvSpPr>
      <dsp:spPr>
        <a:xfrm>
          <a:off x="1778237" y="989764"/>
          <a:ext cx="537002" cy="537002"/>
        </a:xfrm>
        <a:prstGeom prst="ellipse">
          <a:avLst/>
        </a:prstGeom>
        <a:solidFill>
          <a:schemeClr val="accent2">
            <a:hueOff val="267475"/>
            <a:satOff val="-3256"/>
            <a:lumOff val="-71"/>
            <a:alphaOff val="0"/>
          </a:schemeClr>
        </a:solidFill>
        <a:ln w="12700" cap="flat" cmpd="sng" algn="ctr">
          <a:solidFill>
            <a:schemeClr val="accent2">
              <a:hueOff val="267475"/>
              <a:satOff val="-3256"/>
              <a:lumOff val="-7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867" tIns="12700" rIns="41867" bIns="1270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2</a:t>
          </a:r>
        </a:p>
      </dsp:txBody>
      <dsp:txXfrm>
        <a:off x="1856879" y="1068406"/>
        <a:ext cx="379718" cy="379718"/>
      </dsp:txXfrm>
    </dsp:sp>
    <dsp:sp modelId="{5A11A8ED-E808-4BA6-B17F-B76F8291B69B}">
      <dsp:nvSpPr>
        <dsp:cNvPr id="0" name=""/>
        <dsp:cNvSpPr/>
      </dsp:nvSpPr>
      <dsp:spPr>
        <a:xfrm>
          <a:off x="1407450" y="2600700"/>
          <a:ext cx="1278577" cy="72"/>
        </a:xfrm>
        <a:prstGeom prst="rect">
          <a:avLst/>
        </a:prstGeom>
        <a:solidFill>
          <a:schemeClr val="accent2">
            <a:hueOff val="401213"/>
            <a:satOff val="-4884"/>
            <a:lumOff val="-107"/>
            <a:alphaOff val="0"/>
          </a:schemeClr>
        </a:solidFill>
        <a:ln w="12700" cap="flat" cmpd="sng" algn="ctr">
          <a:solidFill>
            <a:schemeClr val="accent2">
              <a:hueOff val="401213"/>
              <a:satOff val="-4884"/>
              <a:lumOff val="-10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4A6DE9-88FE-4844-9C8D-D7238F758D9B}">
      <dsp:nvSpPr>
        <dsp:cNvPr id="0" name=""/>
        <dsp:cNvSpPr/>
      </dsp:nvSpPr>
      <dsp:spPr>
        <a:xfrm>
          <a:off x="2813885" y="810764"/>
          <a:ext cx="1278577" cy="1790008"/>
        </a:xfrm>
        <a:prstGeom prst="rect">
          <a:avLst/>
        </a:prstGeom>
        <a:solidFill>
          <a:schemeClr val="accent2">
            <a:tint val="40000"/>
            <a:alpha val="90000"/>
            <a:hueOff val="814813"/>
            <a:satOff val="-5875"/>
            <a:lumOff val="-37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814813"/>
              <a:satOff val="-5875"/>
              <a:lumOff val="-37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683" tIns="330200" rIns="99683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baseline="0"/>
            <a:t>Abusing power and mistreating individuals </a:t>
          </a:r>
          <a:endParaRPr lang="en-US" sz="1100" kern="1200"/>
        </a:p>
      </dsp:txBody>
      <dsp:txXfrm>
        <a:off x="2813885" y="1490967"/>
        <a:ext cx="1278577" cy="1074005"/>
      </dsp:txXfrm>
    </dsp:sp>
    <dsp:sp modelId="{F5E176F6-A48C-48FF-A9F7-69E888DEA057}">
      <dsp:nvSpPr>
        <dsp:cNvPr id="0" name=""/>
        <dsp:cNvSpPr/>
      </dsp:nvSpPr>
      <dsp:spPr>
        <a:xfrm>
          <a:off x="3184673" y="989764"/>
          <a:ext cx="537002" cy="537002"/>
        </a:xfrm>
        <a:prstGeom prst="ellipse">
          <a:avLst/>
        </a:prstGeom>
        <a:solidFill>
          <a:schemeClr val="accent2">
            <a:hueOff val="534950"/>
            <a:satOff val="-6512"/>
            <a:lumOff val="-143"/>
            <a:alphaOff val="0"/>
          </a:schemeClr>
        </a:solidFill>
        <a:ln w="12700" cap="flat" cmpd="sng" algn="ctr">
          <a:solidFill>
            <a:schemeClr val="accent2">
              <a:hueOff val="534950"/>
              <a:satOff val="-6512"/>
              <a:lumOff val="-1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867" tIns="12700" rIns="41867" bIns="1270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3</a:t>
          </a:r>
        </a:p>
      </dsp:txBody>
      <dsp:txXfrm>
        <a:off x="3263315" y="1068406"/>
        <a:ext cx="379718" cy="379718"/>
      </dsp:txXfrm>
    </dsp:sp>
    <dsp:sp modelId="{E2081615-D44F-4652-B2DC-1598C3D40361}">
      <dsp:nvSpPr>
        <dsp:cNvPr id="0" name=""/>
        <dsp:cNvSpPr/>
      </dsp:nvSpPr>
      <dsp:spPr>
        <a:xfrm>
          <a:off x="2813885" y="2600700"/>
          <a:ext cx="1278577" cy="72"/>
        </a:xfrm>
        <a:prstGeom prst="rect">
          <a:avLst/>
        </a:prstGeom>
        <a:solidFill>
          <a:schemeClr val="accent2">
            <a:hueOff val="668688"/>
            <a:satOff val="-8140"/>
            <a:lumOff val="-178"/>
            <a:alphaOff val="0"/>
          </a:schemeClr>
        </a:solidFill>
        <a:ln w="12700" cap="flat" cmpd="sng" algn="ctr">
          <a:solidFill>
            <a:schemeClr val="accent2">
              <a:hueOff val="668688"/>
              <a:satOff val="-8140"/>
              <a:lumOff val="-17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BF8084-F63A-4D69-AE4A-DE2387436653}">
      <dsp:nvSpPr>
        <dsp:cNvPr id="0" name=""/>
        <dsp:cNvSpPr/>
      </dsp:nvSpPr>
      <dsp:spPr>
        <a:xfrm>
          <a:off x="4220321" y="810764"/>
          <a:ext cx="1278577" cy="1790008"/>
        </a:xfrm>
        <a:prstGeom prst="rect">
          <a:avLst/>
        </a:prstGeom>
        <a:solidFill>
          <a:schemeClr val="accent2">
            <a:tint val="40000"/>
            <a:alpha val="90000"/>
            <a:hueOff val="1222220"/>
            <a:satOff val="-8812"/>
            <a:lumOff val="-55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222220"/>
              <a:satOff val="-8812"/>
              <a:lumOff val="-5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683" tIns="330200" rIns="99683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baseline="0"/>
            <a:t>Permitting organizational abuse </a:t>
          </a:r>
          <a:endParaRPr lang="en-US" sz="1100" kern="1200"/>
        </a:p>
      </dsp:txBody>
      <dsp:txXfrm>
        <a:off x="4220321" y="1490967"/>
        <a:ext cx="1278577" cy="1074005"/>
      </dsp:txXfrm>
    </dsp:sp>
    <dsp:sp modelId="{4F3849F0-3891-4D11-B54F-7034D35B691D}">
      <dsp:nvSpPr>
        <dsp:cNvPr id="0" name=""/>
        <dsp:cNvSpPr/>
      </dsp:nvSpPr>
      <dsp:spPr>
        <a:xfrm>
          <a:off x="4591108" y="989764"/>
          <a:ext cx="537002" cy="537002"/>
        </a:xfrm>
        <a:prstGeom prst="ellipse">
          <a:avLst/>
        </a:prstGeom>
        <a:solidFill>
          <a:schemeClr val="accent2">
            <a:hueOff val="802425"/>
            <a:satOff val="-9767"/>
            <a:lumOff val="-214"/>
            <a:alphaOff val="0"/>
          </a:schemeClr>
        </a:solidFill>
        <a:ln w="12700" cap="flat" cmpd="sng" algn="ctr">
          <a:solidFill>
            <a:schemeClr val="accent2">
              <a:hueOff val="802425"/>
              <a:satOff val="-9767"/>
              <a:lumOff val="-2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867" tIns="12700" rIns="41867" bIns="1270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4</a:t>
          </a:r>
        </a:p>
      </dsp:txBody>
      <dsp:txXfrm>
        <a:off x="4669750" y="1068406"/>
        <a:ext cx="379718" cy="379718"/>
      </dsp:txXfrm>
    </dsp:sp>
    <dsp:sp modelId="{F143B552-D637-4826-A0B3-23AC62B8A987}">
      <dsp:nvSpPr>
        <dsp:cNvPr id="0" name=""/>
        <dsp:cNvSpPr/>
      </dsp:nvSpPr>
      <dsp:spPr>
        <a:xfrm>
          <a:off x="4220321" y="2600700"/>
          <a:ext cx="1278577" cy="72"/>
        </a:xfrm>
        <a:prstGeom prst="rect">
          <a:avLst/>
        </a:prstGeom>
        <a:solidFill>
          <a:schemeClr val="accent2">
            <a:hueOff val="936163"/>
            <a:satOff val="-11395"/>
            <a:lumOff val="-249"/>
            <a:alphaOff val="0"/>
          </a:schemeClr>
        </a:solidFill>
        <a:ln w="12700" cap="flat" cmpd="sng" algn="ctr">
          <a:solidFill>
            <a:schemeClr val="accent2">
              <a:hueOff val="936163"/>
              <a:satOff val="-11395"/>
              <a:lumOff val="-2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F25F6F-4213-4D3B-A4E9-16F115BF7629}">
      <dsp:nvSpPr>
        <dsp:cNvPr id="0" name=""/>
        <dsp:cNvSpPr/>
      </dsp:nvSpPr>
      <dsp:spPr>
        <a:xfrm>
          <a:off x="5626756" y="810764"/>
          <a:ext cx="1278577" cy="1790008"/>
        </a:xfrm>
        <a:prstGeom prst="rect">
          <a:avLst/>
        </a:prstGeom>
        <a:solidFill>
          <a:schemeClr val="accent2">
            <a:tint val="40000"/>
            <a:alpha val="90000"/>
            <a:hueOff val="1629626"/>
            <a:satOff val="-11750"/>
            <a:lumOff val="-74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629626"/>
              <a:satOff val="-11750"/>
              <a:lumOff val="-7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683" tIns="330200" rIns="99683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baseline="0"/>
            <a:t>Violating rules </a:t>
          </a:r>
          <a:endParaRPr lang="en-US" sz="1100" kern="1200"/>
        </a:p>
      </dsp:txBody>
      <dsp:txXfrm>
        <a:off x="5626756" y="1490967"/>
        <a:ext cx="1278577" cy="1074005"/>
      </dsp:txXfrm>
    </dsp:sp>
    <dsp:sp modelId="{A000BD99-1410-4E20-BD6F-AA05873445BE}">
      <dsp:nvSpPr>
        <dsp:cNvPr id="0" name=""/>
        <dsp:cNvSpPr/>
      </dsp:nvSpPr>
      <dsp:spPr>
        <a:xfrm>
          <a:off x="5997544" y="989764"/>
          <a:ext cx="537002" cy="537002"/>
        </a:xfrm>
        <a:prstGeom prst="ellipse">
          <a:avLst/>
        </a:prstGeom>
        <a:solidFill>
          <a:schemeClr val="accent2">
            <a:hueOff val="1069900"/>
            <a:satOff val="-13023"/>
            <a:lumOff val="-285"/>
            <a:alphaOff val="0"/>
          </a:schemeClr>
        </a:solidFill>
        <a:ln w="12700" cap="flat" cmpd="sng" algn="ctr">
          <a:solidFill>
            <a:schemeClr val="accent2">
              <a:hueOff val="1069900"/>
              <a:satOff val="-13023"/>
              <a:lumOff val="-28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867" tIns="12700" rIns="41867" bIns="1270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5</a:t>
          </a:r>
        </a:p>
      </dsp:txBody>
      <dsp:txXfrm>
        <a:off x="6076186" y="1068406"/>
        <a:ext cx="379718" cy="379718"/>
      </dsp:txXfrm>
    </dsp:sp>
    <dsp:sp modelId="{947E9CBE-F66E-4582-8F05-DEFA65FDFF71}">
      <dsp:nvSpPr>
        <dsp:cNvPr id="0" name=""/>
        <dsp:cNvSpPr/>
      </dsp:nvSpPr>
      <dsp:spPr>
        <a:xfrm>
          <a:off x="5626756" y="2600700"/>
          <a:ext cx="1278577" cy="72"/>
        </a:xfrm>
        <a:prstGeom prst="rect">
          <a:avLst/>
        </a:prstGeom>
        <a:solidFill>
          <a:schemeClr val="accent2">
            <a:hueOff val="1203638"/>
            <a:satOff val="-14651"/>
            <a:lumOff val="-321"/>
            <a:alphaOff val="0"/>
          </a:schemeClr>
        </a:solidFill>
        <a:ln w="12700" cap="flat" cmpd="sng" algn="ctr">
          <a:solidFill>
            <a:schemeClr val="accent2">
              <a:hueOff val="1203638"/>
              <a:satOff val="-14651"/>
              <a:lumOff val="-32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C59EEB-4465-4472-B2CE-FECB72D2FEC7}">
      <dsp:nvSpPr>
        <dsp:cNvPr id="0" name=""/>
        <dsp:cNvSpPr/>
      </dsp:nvSpPr>
      <dsp:spPr>
        <a:xfrm>
          <a:off x="7033192" y="810764"/>
          <a:ext cx="1278577" cy="1790008"/>
        </a:xfrm>
        <a:prstGeom prst="rect">
          <a:avLst/>
        </a:prstGeom>
        <a:solidFill>
          <a:schemeClr val="accent2">
            <a:tint val="40000"/>
            <a:alpha val="90000"/>
            <a:hueOff val="2037033"/>
            <a:satOff val="-14687"/>
            <a:lumOff val="-92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037033"/>
              <a:satOff val="-14687"/>
              <a:lumOff val="-92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683" tIns="330200" rIns="99683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baseline="0"/>
            <a:t>Condoning unethical actions</a:t>
          </a:r>
          <a:endParaRPr lang="en-US" sz="1100" kern="1200"/>
        </a:p>
      </dsp:txBody>
      <dsp:txXfrm>
        <a:off x="7033192" y="1490967"/>
        <a:ext cx="1278577" cy="1074005"/>
      </dsp:txXfrm>
    </dsp:sp>
    <dsp:sp modelId="{35071DBA-F070-4FFC-B119-1DD54FB2E9C1}">
      <dsp:nvSpPr>
        <dsp:cNvPr id="0" name=""/>
        <dsp:cNvSpPr/>
      </dsp:nvSpPr>
      <dsp:spPr>
        <a:xfrm>
          <a:off x="7403980" y="989764"/>
          <a:ext cx="537002" cy="537002"/>
        </a:xfrm>
        <a:prstGeom prst="ellipse">
          <a:avLst/>
        </a:prstGeom>
        <a:solidFill>
          <a:schemeClr val="accent2">
            <a:hueOff val="1337376"/>
            <a:satOff val="-16279"/>
            <a:lumOff val="-356"/>
            <a:alphaOff val="0"/>
          </a:schemeClr>
        </a:solidFill>
        <a:ln w="12700" cap="flat" cmpd="sng" algn="ctr">
          <a:solidFill>
            <a:schemeClr val="accent2">
              <a:hueOff val="1337376"/>
              <a:satOff val="-16279"/>
              <a:lumOff val="-3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867" tIns="12700" rIns="41867" bIns="1270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6</a:t>
          </a:r>
        </a:p>
      </dsp:txBody>
      <dsp:txXfrm>
        <a:off x="7482622" y="1068406"/>
        <a:ext cx="379718" cy="379718"/>
      </dsp:txXfrm>
    </dsp:sp>
    <dsp:sp modelId="{0B1AEBCE-D070-4914-9635-D94295E06CD4}">
      <dsp:nvSpPr>
        <dsp:cNvPr id="0" name=""/>
        <dsp:cNvSpPr/>
      </dsp:nvSpPr>
      <dsp:spPr>
        <a:xfrm>
          <a:off x="7033192" y="2600700"/>
          <a:ext cx="1278577" cy="72"/>
        </a:xfrm>
        <a:prstGeom prst="rect">
          <a:avLst/>
        </a:prstGeom>
        <a:solidFill>
          <a:schemeClr val="accent2">
            <a:hueOff val="1471113"/>
            <a:satOff val="-17907"/>
            <a:lumOff val="-392"/>
            <a:alphaOff val="0"/>
          </a:schemeClr>
        </a:solidFill>
        <a:ln w="12700" cap="flat" cmpd="sng" algn="ctr">
          <a:solidFill>
            <a:schemeClr val="accent2">
              <a:hueOff val="1471113"/>
              <a:satOff val="-17907"/>
              <a:lumOff val="-3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12241623-A064-4BED-B073-BA4D61433402}" type="datetime1">
              <a:rPr lang="en-US" smtClean="0"/>
              <a:t>7/25/2023</a:t>
            </a:fld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076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7/25/2023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263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fld id="{E72EB70D-CD01-44DA-83B3-8FEB3383D307}" type="datetime1">
              <a:rPr lang="en-US" smtClean="0"/>
              <a:t>7/25/2023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907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7/25/2023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412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7/25/2023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23863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7/25/2023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233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7/25/2023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101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ED5DD0D6-7A82-473E-879B-C6ECD6CCCFEC}" type="datetime1">
              <a:rPr lang="en-US" smtClean="0"/>
              <a:t>7/25/2023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742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D4605E03-BC17-41A7-854C-DFAB672737DC}" type="datetime1">
              <a:rPr lang="en-US" smtClean="0"/>
              <a:t>7/25/2023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435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7/25/2023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54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ECF02AB-6034-4B88-BC5A-7C17CB0EF809}" type="datetime1">
              <a:rPr lang="en-US" smtClean="0"/>
              <a:t>7/25/2023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5092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C4408324-A84C-4A45-93B6-78D079CCE772}" type="datetime1">
              <a:rPr lang="en-US" smtClean="0"/>
              <a:t>7/25/2023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1868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27" r:id="rId5"/>
    <p:sldLayoutId id="2147483732" r:id="rId6"/>
    <p:sldLayoutId id="2147483728" r:id="rId7"/>
    <p:sldLayoutId id="2147483729" r:id="rId8"/>
    <p:sldLayoutId id="2147483730" r:id="rId9"/>
    <p:sldLayoutId id="2147483731" r:id="rId10"/>
    <p:sldLayoutId id="2147483733" r:id="rId11"/>
  </p:sldLayoutIdLst>
  <p:hf sldNum="0"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16" name="Picture 3">
            <a:extLst>
              <a:ext uri="{FF2B5EF4-FFF2-40B4-BE49-F238E27FC236}">
                <a16:creationId xmlns:a16="http://schemas.microsoft.com/office/drawing/2014/main" id="{DE9C875A-62EF-D2C7-3440-E77522DA0B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833" r="-1" b="13650"/>
          <a:stretch/>
        </p:blipFill>
        <p:spPr>
          <a:xfrm>
            <a:off x="1524" y="19674"/>
            <a:ext cx="12188952" cy="6857990"/>
          </a:xfrm>
          <a:prstGeom prst="rect">
            <a:avLst/>
          </a:prstGeom>
        </p:spPr>
      </p:pic>
      <p:sp>
        <p:nvSpPr>
          <p:cNvPr id="18" name="Freeform: Shape 10">
            <a:extLst>
              <a:ext uri="{FF2B5EF4-FFF2-40B4-BE49-F238E27FC236}">
                <a16:creationId xmlns:a16="http://schemas.microsoft.com/office/drawing/2014/main" id="{391F8D69-709A-4575-A393-B4C26481A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66083" y="0"/>
            <a:ext cx="9841377" cy="6858000"/>
          </a:xfrm>
          <a:custGeom>
            <a:avLst/>
            <a:gdLst>
              <a:gd name="connsiteX0" fmla="*/ 8218354 w 9841377"/>
              <a:gd name="connsiteY0" fmla="*/ 0 h 6858000"/>
              <a:gd name="connsiteX1" fmla="*/ 5551962 w 9841377"/>
              <a:gd name="connsiteY1" fmla="*/ 0 h 6858000"/>
              <a:gd name="connsiteX2" fmla="*/ 5482342 w 9841377"/>
              <a:gd name="connsiteY2" fmla="*/ 0 h 6858000"/>
              <a:gd name="connsiteX3" fmla="*/ 4359035 w 9841377"/>
              <a:gd name="connsiteY3" fmla="*/ 0 h 6858000"/>
              <a:gd name="connsiteX4" fmla="*/ 4289415 w 9841377"/>
              <a:gd name="connsiteY4" fmla="*/ 0 h 6858000"/>
              <a:gd name="connsiteX5" fmla="*/ 1623023 w 9841377"/>
              <a:gd name="connsiteY5" fmla="*/ 0 h 6858000"/>
              <a:gd name="connsiteX6" fmla="*/ 1600899 w 9841377"/>
              <a:gd name="connsiteY6" fmla="*/ 14997 h 6858000"/>
              <a:gd name="connsiteX7" fmla="*/ 0 w 9841377"/>
              <a:gd name="connsiteY7" fmla="*/ 3621656 h 6858000"/>
              <a:gd name="connsiteX8" fmla="*/ 1874350 w 9841377"/>
              <a:gd name="connsiteY8" fmla="*/ 6374814 h 6858000"/>
              <a:gd name="connsiteX9" fmla="*/ 2390998 w 9841377"/>
              <a:gd name="connsiteY9" fmla="*/ 6780599 h 6858000"/>
              <a:gd name="connsiteX10" fmla="*/ 2502754 w 9841377"/>
              <a:gd name="connsiteY10" fmla="*/ 6858000 h 6858000"/>
              <a:gd name="connsiteX11" fmla="*/ 4289415 w 9841377"/>
              <a:gd name="connsiteY11" fmla="*/ 6858000 h 6858000"/>
              <a:gd name="connsiteX12" fmla="*/ 4359035 w 9841377"/>
              <a:gd name="connsiteY12" fmla="*/ 6858000 h 6858000"/>
              <a:gd name="connsiteX13" fmla="*/ 5482342 w 9841377"/>
              <a:gd name="connsiteY13" fmla="*/ 6858000 h 6858000"/>
              <a:gd name="connsiteX14" fmla="*/ 5551962 w 9841377"/>
              <a:gd name="connsiteY14" fmla="*/ 6858000 h 6858000"/>
              <a:gd name="connsiteX15" fmla="*/ 7338623 w 9841377"/>
              <a:gd name="connsiteY15" fmla="*/ 6858000 h 6858000"/>
              <a:gd name="connsiteX16" fmla="*/ 7450379 w 9841377"/>
              <a:gd name="connsiteY16" fmla="*/ 6780599 h 6858000"/>
              <a:gd name="connsiteX17" fmla="*/ 7967027 w 9841377"/>
              <a:gd name="connsiteY17" fmla="*/ 6374814 h 6858000"/>
              <a:gd name="connsiteX18" fmla="*/ 9841377 w 9841377"/>
              <a:gd name="connsiteY18" fmla="*/ 3621656 h 6858000"/>
              <a:gd name="connsiteX19" fmla="*/ 8240478 w 9841377"/>
              <a:gd name="connsiteY19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841377" h="6858000">
                <a:moveTo>
                  <a:pt x="8218354" y="0"/>
                </a:moveTo>
                <a:lnTo>
                  <a:pt x="5551962" y="0"/>
                </a:lnTo>
                <a:lnTo>
                  <a:pt x="5482342" y="0"/>
                </a:lnTo>
                <a:lnTo>
                  <a:pt x="4359035" y="0"/>
                </a:lnTo>
                <a:lnTo>
                  <a:pt x="4289415" y="0"/>
                </a:lnTo>
                <a:lnTo>
                  <a:pt x="1623023" y="0"/>
                </a:lnTo>
                <a:lnTo>
                  <a:pt x="1600899" y="14997"/>
                </a:lnTo>
                <a:cubicBezTo>
                  <a:pt x="573736" y="754641"/>
                  <a:pt x="0" y="2093192"/>
                  <a:pt x="0" y="3621656"/>
                </a:cubicBezTo>
                <a:cubicBezTo>
                  <a:pt x="0" y="4969131"/>
                  <a:pt x="928725" y="5602839"/>
                  <a:pt x="1874350" y="6374814"/>
                </a:cubicBezTo>
                <a:cubicBezTo>
                  <a:pt x="2046553" y="6515397"/>
                  <a:pt x="2217180" y="6653108"/>
                  <a:pt x="2390998" y="6780599"/>
                </a:cubicBezTo>
                <a:lnTo>
                  <a:pt x="2502754" y="6858000"/>
                </a:lnTo>
                <a:lnTo>
                  <a:pt x="4289415" y="6858000"/>
                </a:lnTo>
                <a:lnTo>
                  <a:pt x="4359035" y="6858000"/>
                </a:lnTo>
                <a:lnTo>
                  <a:pt x="5482342" y="6858000"/>
                </a:lnTo>
                <a:lnTo>
                  <a:pt x="5551962" y="6858000"/>
                </a:lnTo>
                <a:lnTo>
                  <a:pt x="7338623" y="6858000"/>
                </a:lnTo>
                <a:lnTo>
                  <a:pt x="7450379" y="6780599"/>
                </a:lnTo>
                <a:cubicBezTo>
                  <a:pt x="7624197" y="6653108"/>
                  <a:pt x="7794824" y="6515397"/>
                  <a:pt x="7967027" y="6374814"/>
                </a:cubicBezTo>
                <a:cubicBezTo>
                  <a:pt x="8912652" y="5602839"/>
                  <a:pt x="9841377" y="4969131"/>
                  <a:pt x="9841377" y="3621656"/>
                </a:cubicBezTo>
                <a:cubicBezTo>
                  <a:pt x="9841377" y="2093192"/>
                  <a:pt x="9267641" y="754641"/>
                  <a:pt x="8240478" y="14997"/>
                </a:cubicBezTo>
                <a:close/>
              </a:path>
            </a:pathLst>
          </a:cu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87A50C4-1191-461A-9E09-C8057F2AF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035" y="0"/>
            <a:ext cx="2265453" cy="6858000"/>
          </a:xfrm>
          <a:custGeom>
            <a:avLst/>
            <a:gdLst>
              <a:gd name="connsiteX0" fmla="*/ 1117108 w 2265453"/>
              <a:gd name="connsiteY0" fmla="*/ 0 h 6858000"/>
              <a:gd name="connsiteX1" fmla="*/ 1099628 w 2265453"/>
              <a:gd name="connsiteY1" fmla="*/ 0 h 6858000"/>
              <a:gd name="connsiteX2" fmla="*/ 1175238 w 2265453"/>
              <a:gd name="connsiteY2" fmla="*/ 82371 h 6858000"/>
              <a:gd name="connsiteX3" fmla="*/ 2240276 w 2265453"/>
              <a:gd name="connsiteY3" fmla="*/ 3734791 h 6858000"/>
              <a:gd name="connsiteX4" fmla="*/ 274951 w 2265453"/>
              <a:gd name="connsiteY4" fmla="*/ 6634678 h 6858000"/>
              <a:gd name="connsiteX5" fmla="*/ 12802 w 2265453"/>
              <a:gd name="connsiteY5" fmla="*/ 6848127 h 6858000"/>
              <a:gd name="connsiteX6" fmla="*/ 0 w 2265453"/>
              <a:gd name="connsiteY6" fmla="*/ 6858000 h 6858000"/>
              <a:gd name="connsiteX7" fmla="*/ 19410 w 2265453"/>
              <a:gd name="connsiteY7" fmla="*/ 6858000 h 6858000"/>
              <a:gd name="connsiteX8" fmla="*/ 31082 w 2265453"/>
              <a:gd name="connsiteY8" fmla="*/ 6848998 h 6858000"/>
              <a:gd name="connsiteX9" fmla="*/ 293230 w 2265453"/>
              <a:gd name="connsiteY9" fmla="*/ 6635549 h 6858000"/>
              <a:gd name="connsiteX10" fmla="*/ 2258555 w 2265453"/>
              <a:gd name="connsiteY10" fmla="*/ 3735662 h 6858000"/>
              <a:gd name="connsiteX11" fmla="*/ 1193518 w 2265453"/>
              <a:gd name="connsiteY11" fmla="*/ 832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65453" h="6858000">
                <a:moveTo>
                  <a:pt x="1117108" y="0"/>
                </a:moveTo>
                <a:lnTo>
                  <a:pt x="1099628" y="0"/>
                </a:lnTo>
                <a:lnTo>
                  <a:pt x="1175238" y="82371"/>
                </a:lnTo>
                <a:cubicBezTo>
                  <a:pt x="1926546" y="957940"/>
                  <a:pt x="2303836" y="2277119"/>
                  <a:pt x="2240276" y="3734791"/>
                </a:cubicBezTo>
                <a:cubicBezTo>
                  <a:pt x="2176522" y="5196911"/>
                  <a:pt x="1237280" y="5841173"/>
                  <a:pt x="274951" y="6634678"/>
                </a:cubicBezTo>
                <a:cubicBezTo>
                  <a:pt x="187328" y="6706930"/>
                  <a:pt x="100126" y="6778421"/>
                  <a:pt x="12802" y="6848127"/>
                </a:cubicBezTo>
                <a:lnTo>
                  <a:pt x="0" y="6858000"/>
                </a:lnTo>
                <a:lnTo>
                  <a:pt x="19410" y="6858000"/>
                </a:lnTo>
                <a:lnTo>
                  <a:pt x="31082" y="6848998"/>
                </a:lnTo>
                <a:cubicBezTo>
                  <a:pt x="118405" y="6779292"/>
                  <a:pt x="205608" y="6707801"/>
                  <a:pt x="293230" y="6635549"/>
                </a:cubicBezTo>
                <a:cubicBezTo>
                  <a:pt x="1255560" y="5842045"/>
                  <a:pt x="2194802" y="5197782"/>
                  <a:pt x="2258555" y="3735662"/>
                </a:cubicBezTo>
                <a:cubicBezTo>
                  <a:pt x="2322115" y="2277991"/>
                  <a:pt x="1944825" y="958811"/>
                  <a:pt x="1193518" y="832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C87DA9F-8DB2-4D48-8716-A928FBB8A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033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95EA065-AC5D-431D-927E-87FF05884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6194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6934B3C-D73F-4CD0-95B1-0244D662D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3292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54520F-F937-38A7-4141-A184FB4327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0750" y="1346268"/>
            <a:ext cx="7810500" cy="3125338"/>
          </a:xfrm>
        </p:spPr>
        <p:txBody>
          <a:bodyPr anchor="b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5600"/>
              <a:t>BUSINESS ETHICS &amp; SOCIAL RESPONSIBILITY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DD5930-13EF-11CF-FF82-09F35A5892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9375" y="4471607"/>
            <a:ext cx="6953250" cy="862394"/>
          </a:xfrm>
        </p:spPr>
        <p:txBody>
          <a:bodyPr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1500" b="1" dirty="0"/>
              <a:t>BY – JANITH IDDAWALA</a:t>
            </a:r>
          </a:p>
        </p:txBody>
      </p:sp>
    </p:spTree>
    <p:extLst>
      <p:ext uri="{BB962C8B-B14F-4D97-AF65-F5344CB8AC3E}">
        <p14:creationId xmlns:p14="http://schemas.microsoft.com/office/powerpoint/2010/main" val="4146103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554C89C-373F-47FC-BB73-6842E569C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F5E6B5-50B5-16F8-599D-AD45A393A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2963" y="1314450"/>
            <a:ext cx="3213279" cy="4229100"/>
          </a:xfrm>
        </p:spPr>
        <p:txBody>
          <a:bodyPr anchor="ctr">
            <a:normAutofit/>
          </a:bodyPr>
          <a:lstStyle/>
          <a:p>
            <a:r>
              <a:rPr lang="en-US" dirty="0"/>
              <a:t>DEFINING ETHICS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F100C7F-5272-46AB-9FC7-E66059915A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28027" cy="6858000"/>
          </a:xfrm>
          <a:custGeom>
            <a:avLst/>
            <a:gdLst>
              <a:gd name="connsiteX0" fmla="*/ 0 w 7128027"/>
              <a:gd name="connsiteY0" fmla="*/ 0 h 6858000"/>
              <a:gd name="connsiteX1" fmla="*/ 333951 w 7128027"/>
              <a:gd name="connsiteY1" fmla="*/ 0 h 6858000"/>
              <a:gd name="connsiteX2" fmla="*/ 1220030 w 7128027"/>
              <a:gd name="connsiteY2" fmla="*/ 0 h 6858000"/>
              <a:gd name="connsiteX3" fmla="*/ 1345471 w 7128027"/>
              <a:gd name="connsiteY3" fmla="*/ 0 h 6858000"/>
              <a:gd name="connsiteX4" fmla="*/ 2838612 w 7128027"/>
              <a:gd name="connsiteY4" fmla="*/ 0 h 6858000"/>
              <a:gd name="connsiteX5" fmla="*/ 5505004 w 7128027"/>
              <a:gd name="connsiteY5" fmla="*/ 0 h 6858000"/>
              <a:gd name="connsiteX6" fmla="*/ 5527128 w 7128027"/>
              <a:gd name="connsiteY6" fmla="*/ 14997 h 6858000"/>
              <a:gd name="connsiteX7" fmla="*/ 7128027 w 7128027"/>
              <a:gd name="connsiteY7" fmla="*/ 3621656 h 6858000"/>
              <a:gd name="connsiteX8" fmla="*/ 5253677 w 7128027"/>
              <a:gd name="connsiteY8" fmla="*/ 6374814 h 6858000"/>
              <a:gd name="connsiteX9" fmla="*/ 4737029 w 7128027"/>
              <a:gd name="connsiteY9" fmla="*/ 6780599 h 6858000"/>
              <a:gd name="connsiteX10" fmla="*/ 4625273 w 7128027"/>
              <a:gd name="connsiteY10" fmla="*/ 6858000 h 6858000"/>
              <a:gd name="connsiteX11" fmla="*/ 2838612 w 7128027"/>
              <a:gd name="connsiteY11" fmla="*/ 6858000 h 6858000"/>
              <a:gd name="connsiteX12" fmla="*/ 1220030 w 7128027"/>
              <a:gd name="connsiteY12" fmla="*/ 6858000 h 6858000"/>
              <a:gd name="connsiteX13" fmla="*/ 1037077 w 7128027"/>
              <a:gd name="connsiteY13" fmla="*/ 6858000 h 6858000"/>
              <a:gd name="connsiteX14" fmla="*/ 333951 w 7128027"/>
              <a:gd name="connsiteY14" fmla="*/ 6858000 h 6858000"/>
              <a:gd name="connsiteX15" fmla="*/ 0 w 7128027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28027" h="6858000">
                <a:moveTo>
                  <a:pt x="0" y="0"/>
                </a:moveTo>
                <a:lnTo>
                  <a:pt x="333951" y="0"/>
                </a:lnTo>
                <a:lnTo>
                  <a:pt x="1220030" y="0"/>
                </a:lnTo>
                <a:lnTo>
                  <a:pt x="1345471" y="0"/>
                </a:lnTo>
                <a:lnTo>
                  <a:pt x="2838612" y="0"/>
                </a:lnTo>
                <a:lnTo>
                  <a:pt x="5505004" y="0"/>
                </a:lnTo>
                <a:lnTo>
                  <a:pt x="5527128" y="14997"/>
                </a:lnTo>
                <a:cubicBezTo>
                  <a:pt x="6554291" y="754641"/>
                  <a:pt x="7128027" y="2093192"/>
                  <a:pt x="7128027" y="3621656"/>
                </a:cubicBezTo>
                <a:cubicBezTo>
                  <a:pt x="7128027" y="4969131"/>
                  <a:pt x="6199302" y="5602839"/>
                  <a:pt x="5253677" y="6374814"/>
                </a:cubicBezTo>
                <a:cubicBezTo>
                  <a:pt x="5081474" y="6515397"/>
                  <a:pt x="4910847" y="6653108"/>
                  <a:pt x="4737029" y="6780599"/>
                </a:cubicBezTo>
                <a:lnTo>
                  <a:pt x="4625273" y="6858000"/>
                </a:lnTo>
                <a:lnTo>
                  <a:pt x="2838612" y="6858000"/>
                </a:lnTo>
                <a:lnTo>
                  <a:pt x="1220030" y="6858000"/>
                </a:lnTo>
                <a:lnTo>
                  <a:pt x="1037077" y="6858000"/>
                </a:lnTo>
                <a:lnTo>
                  <a:pt x="33395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4FEA6D5-DF59-4E15-B19F-159D0588B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05720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6C8C9E5-F937-44A5-A519-EA719F03E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5713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E3FD06A-220A-75FE-574C-BB741C5F44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2683253"/>
              </p:ext>
            </p:extLst>
          </p:nvPr>
        </p:nvGraphicFramePr>
        <p:xfrm>
          <a:off x="298017" y="942976"/>
          <a:ext cx="6105526" cy="48672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22648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8">
            <a:extLst>
              <a:ext uri="{FF2B5EF4-FFF2-40B4-BE49-F238E27FC236}">
                <a16:creationId xmlns:a16="http://schemas.microsoft.com/office/drawing/2014/main" id="{47FC6A8B-34F9-40FB-AA2D-E34168F52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9" name="Freeform: Shape 10">
            <a:extLst>
              <a:ext uri="{FF2B5EF4-FFF2-40B4-BE49-F238E27FC236}">
                <a16:creationId xmlns:a16="http://schemas.microsoft.com/office/drawing/2014/main" id="{1EC86DB4-572A-4F71-AF8A-2395B4CA7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756583" y="0"/>
            <a:ext cx="11435265" cy="6858000"/>
          </a:xfrm>
          <a:custGeom>
            <a:avLst/>
            <a:gdLst>
              <a:gd name="connsiteX0" fmla="*/ 9925983 w 11435265"/>
              <a:gd name="connsiteY0" fmla="*/ 6858000 h 6858000"/>
              <a:gd name="connsiteX1" fmla="*/ 0 w 11435265"/>
              <a:gd name="connsiteY1" fmla="*/ 6858000 h 6858000"/>
              <a:gd name="connsiteX2" fmla="*/ 0 w 11435265"/>
              <a:gd name="connsiteY2" fmla="*/ 0 h 6858000"/>
              <a:gd name="connsiteX3" fmla="*/ 996904 w 11435265"/>
              <a:gd name="connsiteY3" fmla="*/ 0 h 6858000"/>
              <a:gd name="connsiteX4" fmla="*/ 2426875 w 11435265"/>
              <a:gd name="connsiteY4" fmla="*/ 0 h 6858000"/>
              <a:gd name="connsiteX5" fmla="*/ 4014127 w 11435265"/>
              <a:gd name="connsiteY5" fmla="*/ 0 h 6858000"/>
              <a:gd name="connsiteX6" fmla="*/ 4359595 w 11435265"/>
              <a:gd name="connsiteY6" fmla="*/ 0 h 6858000"/>
              <a:gd name="connsiteX7" fmla="*/ 4647960 w 11435265"/>
              <a:gd name="connsiteY7" fmla="*/ 0 h 6858000"/>
              <a:gd name="connsiteX8" fmla="*/ 4691093 w 11435265"/>
              <a:gd name="connsiteY8" fmla="*/ 0 h 6858000"/>
              <a:gd name="connsiteX9" fmla="*/ 5558544 w 11435265"/>
              <a:gd name="connsiteY9" fmla="*/ 0 h 6858000"/>
              <a:gd name="connsiteX10" fmla="*/ 5570664 w 11435265"/>
              <a:gd name="connsiteY10" fmla="*/ 0 h 6858000"/>
              <a:gd name="connsiteX11" fmla="*/ 5695183 w 11435265"/>
              <a:gd name="connsiteY11" fmla="*/ 0 h 6858000"/>
              <a:gd name="connsiteX12" fmla="*/ 7177357 w 11435265"/>
              <a:gd name="connsiteY12" fmla="*/ 0 h 6858000"/>
              <a:gd name="connsiteX13" fmla="*/ 9824163 w 11435265"/>
              <a:gd name="connsiteY13" fmla="*/ 0 h 6858000"/>
              <a:gd name="connsiteX14" fmla="*/ 9846125 w 11435265"/>
              <a:gd name="connsiteY14" fmla="*/ 16892 h 6858000"/>
              <a:gd name="connsiteX15" fmla="*/ 11435265 w 11435265"/>
              <a:gd name="connsiteY15" fmla="*/ 4079318 h 6858000"/>
              <a:gd name="connsiteX16" fmla="*/ 10261404 w 11435265"/>
              <a:gd name="connsiteY16" fmla="*/ 65424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435265" h="6858000">
                <a:moveTo>
                  <a:pt x="9925983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996904" y="0"/>
                </a:lnTo>
                <a:lnTo>
                  <a:pt x="2426875" y="0"/>
                </a:lnTo>
                <a:lnTo>
                  <a:pt x="4014127" y="0"/>
                </a:lnTo>
                <a:lnTo>
                  <a:pt x="4359595" y="0"/>
                </a:lnTo>
                <a:lnTo>
                  <a:pt x="4647960" y="0"/>
                </a:lnTo>
                <a:lnTo>
                  <a:pt x="4691093" y="0"/>
                </a:lnTo>
                <a:lnTo>
                  <a:pt x="5558544" y="0"/>
                </a:lnTo>
                <a:lnTo>
                  <a:pt x="5570664" y="0"/>
                </a:lnTo>
                <a:lnTo>
                  <a:pt x="5695183" y="0"/>
                </a:lnTo>
                <a:lnTo>
                  <a:pt x="7177357" y="0"/>
                </a:lnTo>
                <a:lnTo>
                  <a:pt x="9824163" y="0"/>
                </a:lnTo>
                <a:lnTo>
                  <a:pt x="9846125" y="16892"/>
                </a:lnTo>
                <a:cubicBezTo>
                  <a:pt x="10865743" y="850004"/>
                  <a:pt x="11435265" y="2357705"/>
                  <a:pt x="11435265" y="4079318"/>
                </a:cubicBezTo>
                <a:cubicBezTo>
                  <a:pt x="11435265" y="5217633"/>
                  <a:pt x="10916694" y="5903717"/>
                  <a:pt x="10261404" y="6542447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2">
            <a:extLst>
              <a:ext uri="{FF2B5EF4-FFF2-40B4-BE49-F238E27FC236}">
                <a16:creationId xmlns:a16="http://schemas.microsoft.com/office/drawing/2014/main" id="{71BA53A4-C4B7-4189-9FC1-6350B1AB5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341199" y="0"/>
            <a:ext cx="1518348" cy="6858000"/>
          </a:xfrm>
          <a:custGeom>
            <a:avLst/>
            <a:gdLst>
              <a:gd name="connsiteX0" fmla="*/ 19178 w 1518348"/>
              <a:gd name="connsiteY0" fmla="*/ 6858000 h 6858000"/>
              <a:gd name="connsiteX1" fmla="*/ 0 w 1518348"/>
              <a:gd name="connsiteY1" fmla="*/ 6858000 h 6858000"/>
              <a:gd name="connsiteX2" fmla="*/ 241394 w 1518348"/>
              <a:gd name="connsiteY2" fmla="*/ 6638611 h 6858000"/>
              <a:gd name="connsiteX3" fmla="*/ 1493356 w 1518348"/>
              <a:gd name="connsiteY3" fmla="*/ 4142424 h 6858000"/>
              <a:gd name="connsiteX4" fmla="*/ 282053 w 1518348"/>
              <a:gd name="connsiteY4" fmla="*/ 26474 h 6858000"/>
              <a:gd name="connsiteX5" fmla="*/ 256233 w 1518348"/>
              <a:gd name="connsiteY5" fmla="*/ 0 h 6858000"/>
              <a:gd name="connsiteX6" fmla="*/ 273463 w 1518348"/>
              <a:gd name="connsiteY6" fmla="*/ 0 h 6858000"/>
              <a:gd name="connsiteX7" fmla="*/ 300199 w 1518348"/>
              <a:gd name="connsiteY7" fmla="*/ 27414 h 6858000"/>
              <a:gd name="connsiteX8" fmla="*/ 1511501 w 1518348"/>
              <a:gd name="connsiteY8" fmla="*/ 4143362 h 6858000"/>
              <a:gd name="connsiteX9" fmla="*/ 259539 w 1518348"/>
              <a:gd name="connsiteY9" fmla="*/ 663954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18348" h="6858000">
                <a:moveTo>
                  <a:pt x="19178" y="6858000"/>
                </a:moveTo>
                <a:lnTo>
                  <a:pt x="0" y="6858000"/>
                </a:lnTo>
                <a:lnTo>
                  <a:pt x="241394" y="6638611"/>
                </a:lnTo>
                <a:cubicBezTo>
                  <a:pt x="909582" y="6009084"/>
                  <a:pt x="1445892" y="5323498"/>
                  <a:pt x="1493356" y="4142424"/>
                </a:cubicBezTo>
                <a:cubicBezTo>
                  <a:pt x="1560655" y="2467784"/>
                  <a:pt x="1130049" y="962858"/>
                  <a:pt x="282053" y="26474"/>
                </a:cubicBezTo>
                <a:lnTo>
                  <a:pt x="256233" y="0"/>
                </a:lnTo>
                <a:lnTo>
                  <a:pt x="273463" y="0"/>
                </a:lnTo>
                <a:lnTo>
                  <a:pt x="300199" y="27414"/>
                </a:lnTo>
                <a:cubicBezTo>
                  <a:pt x="1148195" y="963796"/>
                  <a:pt x="1578800" y="2468723"/>
                  <a:pt x="1511501" y="4143362"/>
                </a:cubicBezTo>
                <a:cubicBezTo>
                  <a:pt x="1464037" y="5324436"/>
                  <a:pt x="927728" y="6010023"/>
                  <a:pt x="259539" y="663954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1" name="Freeform: Shape 14">
            <a:extLst>
              <a:ext uri="{FF2B5EF4-FFF2-40B4-BE49-F238E27FC236}">
                <a16:creationId xmlns:a16="http://schemas.microsoft.com/office/drawing/2014/main" id="{5558AD6E-B070-4640-AA07-87E208983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552928" y="0"/>
            <a:ext cx="1644534" cy="6858000"/>
          </a:xfrm>
          <a:custGeom>
            <a:avLst/>
            <a:gdLst>
              <a:gd name="connsiteX0" fmla="*/ 135252 w 1644534"/>
              <a:gd name="connsiteY0" fmla="*/ 6858000 h 6858000"/>
              <a:gd name="connsiteX1" fmla="*/ 101819 w 1644534"/>
              <a:gd name="connsiteY1" fmla="*/ 6858000 h 6858000"/>
              <a:gd name="connsiteX2" fmla="*/ 437240 w 1644534"/>
              <a:gd name="connsiteY2" fmla="*/ 6542447 h 6858000"/>
              <a:gd name="connsiteX3" fmla="*/ 1611101 w 1644534"/>
              <a:gd name="connsiteY3" fmla="*/ 4079318 h 6858000"/>
              <a:gd name="connsiteX4" fmla="*/ 21961 w 1644534"/>
              <a:gd name="connsiteY4" fmla="*/ 16892 h 6858000"/>
              <a:gd name="connsiteX5" fmla="*/ 0 w 1644534"/>
              <a:gd name="connsiteY5" fmla="*/ 0 h 6858000"/>
              <a:gd name="connsiteX6" fmla="*/ 33433 w 1644534"/>
              <a:gd name="connsiteY6" fmla="*/ 0 h 6858000"/>
              <a:gd name="connsiteX7" fmla="*/ 55394 w 1644534"/>
              <a:gd name="connsiteY7" fmla="*/ 16892 h 6858000"/>
              <a:gd name="connsiteX8" fmla="*/ 1644534 w 1644534"/>
              <a:gd name="connsiteY8" fmla="*/ 4079318 h 6858000"/>
              <a:gd name="connsiteX9" fmla="*/ 470673 w 1644534"/>
              <a:gd name="connsiteY9" fmla="*/ 65424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44534" h="6858000">
                <a:moveTo>
                  <a:pt x="135252" y="6858000"/>
                </a:moveTo>
                <a:lnTo>
                  <a:pt x="101819" y="6858000"/>
                </a:lnTo>
                <a:lnTo>
                  <a:pt x="437240" y="6542447"/>
                </a:lnTo>
                <a:cubicBezTo>
                  <a:pt x="1092531" y="5903717"/>
                  <a:pt x="1611101" y="5217633"/>
                  <a:pt x="1611101" y="4079318"/>
                </a:cubicBezTo>
                <a:cubicBezTo>
                  <a:pt x="1611101" y="2357705"/>
                  <a:pt x="1041580" y="850004"/>
                  <a:pt x="21961" y="16892"/>
                </a:cubicBezTo>
                <a:lnTo>
                  <a:pt x="0" y="0"/>
                </a:lnTo>
                <a:lnTo>
                  <a:pt x="33433" y="0"/>
                </a:lnTo>
                <a:lnTo>
                  <a:pt x="55394" y="16892"/>
                </a:lnTo>
                <a:cubicBezTo>
                  <a:pt x="1075012" y="850004"/>
                  <a:pt x="1644534" y="2357705"/>
                  <a:pt x="1644534" y="4079318"/>
                </a:cubicBezTo>
                <a:cubicBezTo>
                  <a:pt x="1644534" y="5217633"/>
                  <a:pt x="1125963" y="5903717"/>
                  <a:pt x="470673" y="654244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6ACFB69-D148-449E-AC5A-C55AA20A7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988858" y="0"/>
            <a:ext cx="1461546" cy="6858000"/>
          </a:xfrm>
          <a:custGeom>
            <a:avLst/>
            <a:gdLst>
              <a:gd name="connsiteX0" fmla="*/ 107940 w 1461546"/>
              <a:gd name="connsiteY0" fmla="*/ 6858000 h 6858000"/>
              <a:gd name="connsiteX1" fmla="*/ 91317 w 1461546"/>
              <a:gd name="connsiteY1" fmla="*/ 6858000 h 6858000"/>
              <a:gd name="connsiteX2" fmla="*/ 392141 w 1461546"/>
              <a:gd name="connsiteY2" fmla="*/ 6542447 h 6858000"/>
              <a:gd name="connsiteX3" fmla="*/ 1444924 w 1461546"/>
              <a:gd name="connsiteY3" fmla="*/ 4079318 h 6858000"/>
              <a:gd name="connsiteX4" fmla="*/ 19696 w 1461546"/>
              <a:gd name="connsiteY4" fmla="*/ 16892 h 6858000"/>
              <a:gd name="connsiteX5" fmla="*/ 0 w 1461546"/>
              <a:gd name="connsiteY5" fmla="*/ 0 h 6858000"/>
              <a:gd name="connsiteX6" fmla="*/ 16622 w 1461546"/>
              <a:gd name="connsiteY6" fmla="*/ 0 h 6858000"/>
              <a:gd name="connsiteX7" fmla="*/ 36319 w 1461546"/>
              <a:gd name="connsiteY7" fmla="*/ 16892 h 6858000"/>
              <a:gd name="connsiteX8" fmla="*/ 1461546 w 1461546"/>
              <a:gd name="connsiteY8" fmla="*/ 4079318 h 6858000"/>
              <a:gd name="connsiteX9" fmla="*/ 408763 w 1461546"/>
              <a:gd name="connsiteY9" fmla="*/ 65424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61546" h="6858000">
                <a:moveTo>
                  <a:pt x="107940" y="6858000"/>
                </a:moveTo>
                <a:lnTo>
                  <a:pt x="91317" y="6858000"/>
                </a:lnTo>
                <a:lnTo>
                  <a:pt x="392141" y="6542447"/>
                </a:lnTo>
                <a:cubicBezTo>
                  <a:pt x="979841" y="5903717"/>
                  <a:pt x="1444924" y="5217633"/>
                  <a:pt x="1444924" y="4079318"/>
                </a:cubicBezTo>
                <a:cubicBezTo>
                  <a:pt x="1444924" y="2357705"/>
                  <a:pt x="934146" y="850004"/>
                  <a:pt x="19696" y="16892"/>
                </a:cubicBezTo>
                <a:lnTo>
                  <a:pt x="0" y="0"/>
                </a:lnTo>
                <a:lnTo>
                  <a:pt x="16622" y="0"/>
                </a:lnTo>
                <a:lnTo>
                  <a:pt x="36319" y="16892"/>
                </a:lnTo>
                <a:cubicBezTo>
                  <a:pt x="950768" y="850004"/>
                  <a:pt x="1461546" y="2357705"/>
                  <a:pt x="1461546" y="4079318"/>
                </a:cubicBezTo>
                <a:cubicBezTo>
                  <a:pt x="1461546" y="5217633"/>
                  <a:pt x="996464" y="5903717"/>
                  <a:pt x="408763" y="654244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00BC18-E3DE-6583-5830-1E8A00642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42220"/>
            <a:ext cx="8397987" cy="1345269"/>
          </a:xfrm>
        </p:spPr>
        <p:txBody>
          <a:bodyPr anchor="b">
            <a:normAutofit/>
          </a:bodyPr>
          <a:lstStyle/>
          <a:p>
            <a:r>
              <a:rPr lang="en-US" sz="3000" dirty="0"/>
              <a:t>WHAT IS UNETHICAL IN BUSINESS? </a:t>
            </a: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387F7ED9-F906-26A9-2BB4-7C601EFAD5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0265170"/>
              </p:ext>
            </p:extLst>
          </p:nvPr>
        </p:nvGraphicFramePr>
        <p:xfrm>
          <a:off x="2377439" y="2312988"/>
          <a:ext cx="8312785" cy="34115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58466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FC6A8B-34F9-40FB-AA2D-E34168F52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EC86DB4-572A-4F71-AF8A-2395B4CA7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756583" y="0"/>
            <a:ext cx="11435265" cy="6858000"/>
          </a:xfrm>
          <a:custGeom>
            <a:avLst/>
            <a:gdLst>
              <a:gd name="connsiteX0" fmla="*/ 9925983 w 11435265"/>
              <a:gd name="connsiteY0" fmla="*/ 6858000 h 6858000"/>
              <a:gd name="connsiteX1" fmla="*/ 0 w 11435265"/>
              <a:gd name="connsiteY1" fmla="*/ 6858000 h 6858000"/>
              <a:gd name="connsiteX2" fmla="*/ 0 w 11435265"/>
              <a:gd name="connsiteY2" fmla="*/ 0 h 6858000"/>
              <a:gd name="connsiteX3" fmla="*/ 996904 w 11435265"/>
              <a:gd name="connsiteY3" fmla="*/ 0 h 6858000"/>
              <a:gd name="connsiteX4" fmla="*/ 2426875 w 11435265"/>
              <a:gd name="connsiteY4" fmla="*/ 0 h 6858000"/>
              <a:gd name="connsiteX5" fmla="*/ 4014127 w 11435265"/>
              <a:gd name="connsiteY5" fmla="*/ 0 h 6858000"/>
              <a:gd name="connsiteX6" fmla="*/ 4359595 w 11435265"/>
              <a:gd name="connsiteY6" fmla="*/ 0 h 6858000"/>
              <a:gd name="connsiteX7" fmla="*/ 4647960 w 11435265"/>
              <a:gd name="connsiteY7" fmla="*/ 0 h 6858000"/>
              <a:gd name="connsiteX8" fmla="*/ 4691093 w 11435265"/>
              <a:gd name="connsiteY8" fmla="*/ 0 h 6858000"/>
              <a:gd name="connsiteX9" fmla="*/ 5558544 w 11435265"/>
              <a:gd name="connsiteY9" fmla="*/ 0 h 6858000"/>
              <a:gd name="connsiteX10" fmla="*/ 5570664 w 11435265"/>
              <a:gd name="connsiteY10" fmla="*/ 0 h 6858000"/>
              <a:gd name="connsiteX11" fmla="*/ 5695183 w 11435265"/>
              <a:gd name="connsiteY11" fmla="*/ 0 h 6858000"/>
              <a:gd name="connsiteX12" fmla="*/ 7177357 w 11435265"/>
              <a:gd name="connsiteY12" fmla="*/ 0 h 6858000"/>
              <a:gd name="connsiteX13" fmla="*/ 9824163 w 11435265"/>
              <a:gd name="connsiteY13" fmla="*/ 0 h 6858000"/>
              <a:gd name="connsiteX14" fmla="*/ 9846125 w 11435265"/>
              <a:gd name="connsiteY14" fmla="*/ 16892 h 6858000"/>
              <a:gd name="connsiteX15" fmla="*/ 11435265 w 11435265"/>
              <a:gd name="connsiteY15" fmla="*/ 4079318 h 6858000"/>
              <a:gd name="connsiteX16" fmla="*/ 10261404 w 11435265"/>
              <a:gd name="connsiteY16" fmla="*/ 65424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435265" h="6858000">
                <a:moveTo>
                  <a:pt x="9925983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996904" y="0"/>
                </a:lnTo>
                <a:lnTo>
                  <a:pt x="2426875" y="0"/>
                </a:lnTo>
                <a:lnTo>
                  <a:pt x="4014127" y="0"/>
                </a:lnTo>
                <a:lnTo>
                  <a:pt x="4359595" y="0"/>
                </a:lnTo>
                <a:lnTo>
                  <a:pt x="4647960" y="0"/>
                </a:lnTo>
                <a:lnTo>
                  <a:pt x="4691093" y="0"/>
                </a:lnTo>
                <a:lnTo>
                  <a:pt x="5558544" y="0"/>
                </a:lnTo>
                <a:lnTo>
                  <a:pt x="5570664" y="0"/>
                </a:lnTo>
                <a:lnTo>
                  <a:pt x="5695183" y="0"/>
                </a:lnTo>
                <a:lnTo>
                  <a:pt x="7177357" y="0"/>
                </a:lnTo>
                <a:lnTo>
                  <a:pt x="9824163" y="0"/>
                </a:lnTo>
                <a:lnTo>
                  <a:pt x="9846125" y="16892"/>
                </a:lnTo>
                <a:cubicBezTo>
                  <a:pt x="10865743" y="850004"/>
                  <a:pt x="11435265" y="2357705"/>
                  <a:pt x="11435265" y="4079318"/>
                </a:cubicBezTo>
                <a:cubicBezTo>
                  <a:pt x="11435265" y="5217633"/>
                  <a:pt x="10916694" y="5903717"/>
                  <a:pt x="10261404" y="6542447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1BA53A4-C4B7-4189-9FC1-6350B1AB5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341199" y="0"/>
            <a:ext cx="1518348" cy="6858000"/>
          </a:xfrm>
          <a:custGeom>
            <a:avLst/>
            <a:gdLst>
              <a:gd name="connsiteX0" fmla="*/ 19178 w 1518348"/>
              <a:gd name="connsiteY0" fmla="*/ 6858000 h 6858000"/>
              <a:gd name="connsiteX1" fmla="*/ 0 w 1518348"/>
              <a:gd name="connsiteY1" fmla="*/ 6858000 h 6858000"/>
              <a:gd name="connsiteX2" fmla="*/ 241394 w 1518348"/>
              <a:gd name="connsiteY2" fmla="*/ 6638611 h 6858000"/>
              <a:gd name="connsiteX3" fmla="*/ 1493356 w 1518348"/>
              <a:gd name="connsiteY3" fmla="*/ 4142424 h 6858000"/>
              <a:gd name="connsiteX4" fmla="*/ 282053 w 1518348"/>
              <a:gd name="connsiteY4" fmla="*/ 26474 h 6858000"/>
              <a:gd name="connsiteX5" fmla="*/ 256233 w 1518348"/>
              <a:gd name="connsiteY5" fmla="*/ 0 h 6858000"/>
              <a:gd name="connsiteX6" fmla="*/ 273463 w 1518348"/>
              <a:gd name="connsiteY6" fmla="*/ 0 h 6858000"/>
              <a:gd name="connsiteX7" fmla="*/ 300199 w 1518348"/>
              <a:gd name="connsiteY7" fmla="*/ 27414 h 6858000"/>
              <a:gd name="connsiteX8" fmla="*/ 1511501 w 1518348"/>
              <a:gd name="connsiteY8" fmla="*/ 4143362 h 6858000"/>
              <a:gd name="connsiteX9" fmla="*/ 259539 w 1518348"/>
              <a:gd name="connsiteY9" fmla="*/ 663954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18348" h="6858000">
                <a:moveTo>
                  <a:pt x="19178" y="6858000"/>
                </a:moveTo>
                <a:lnTo>
                  <a:pt x="0" y="6858000"/>
                </a:lnTo>
                <a:lnTo>
                  <a:pt x="241394" y="6638611"/>
                </a:lnTo>
                <a:cubicBezTo>
                  <a:pt x="909582" y="6009084"/>
                  <a:pt x="1445892" y="5323498"/>
                  <a:pt x="1493356" y="4142424"/>
                </a:cubicBezTo>
                <a:cubicBezTo>
                  <a:pt x="1560655" y="2467784"/>
                  <a:pt x="1130049" y="962858"/>
                  <a:pt x="282053" y="26474"/>
                </a:cubicBezTo>
                <a:lnTo>
                  <a:pt x="256233" y="0"/>
                </a:lnTo>
                <a:lnTo>
                  <a:pt x="273463" y="0"/>
                </a:lnTo>
                <a:lnTo>
                  <a:pt x="300199" y="27414"/>
                </a:lnTo>
                <a:cubicBezTo>
                  <a:pt x="1148195" y="963796"/>
                  <a:pt x="1578800" y="2468723"/>
                  <a:pt x="1511501" y="4143362"/>
                </a:cubicBezTo>
                <a:cubicBezTo>
                  <a:pt x="1464037" y="5324436"/>
                  <a:pt x="927728" y="6010023"/>
                  <a:pt x="259539" y="663954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558AD6E-B070-4640-AA07-87E208983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552928" y="0"/>
            <a:ext cx="1644534" cy="6858000"/>
          </a:xfrm>
          <a:custGeom>
            <a:avLst/>
            <a:gdLst>
              <a:gd name="connsiteX0" fmla="*/ 135252 w 1644534"/>
              <a:gd name="connsiteY0" fmla="*/ 6858000 h 6858000"/>
              <a:gd name="connsiteX1" fmla="*/ 101819 w 1644534"/>
              <a:gd name="connsiteY1" fmla="*/ 6858000 h 6858000"/>
              <a:gd name="connsiteX2" fmla="*/ 437240 w 1644534"/>
              <a:gd name="connsiteY2" fmla="*/ 6542447 h 6858000"/>
              <a:gd name="connsiteX3" fmla="*/ 1611101 w 1644534"/>
              <a:gd name="connsiteY3" fmla="*/ 4079318 h 6858000"/>
              <a:gd name="connsiteX4" fmla="*/ 21961 w 1644534"/>
              <a:gd name="connsiteY4" fmla="*/ 16892 h 6858000"/>
              <a:gd name="connsiteX5" fmla="*/ 0 w 1644534"/>
              <a:gd name="connsiteY5" fmla="*/ 0 h 6858000"/>
              <a:gd name="connsiteX6" fmla="*/ 33433 w 1644534"/>
              <a:gd name="connsiteY6" fmla="*/ 0 h 6858000"/>
              <a:gd name="connsiteX7" fmla="*/ 55394 w 1644534"/>
              <a:gd name="connsiteY7" fmla="*/ 16892 h 6858000"/>
              <a:gd name="connsiteX8" fmla="*/ 1644534 w 1644534"/>
              <a:gd name="connsiteY8" fmla="*/ 4079318 h 6858000"/>
              <a:gd name="connsiteX9" fmla="*/ 470673 w 1644534"/>
              <a:gd name="connsiteY9" fmla="*/ 65424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44534" h="6858000">
                <a:moveTo>
                  <a:pt x="135252" y="6858000"/>
                </a:moveTo>
                <a:lnTo>
                  <a:pt x="101819" y="6858000"/>
                </a:lnTo>
                <a:lnTo>
                  <a:pt x="437240" y="6542447"/>
                </a:lnTo>
                <a:cubicBezTo>
                  <a:pt x="1092531" y="5903717"/>
                  <a:pt x="1611101" y="5217633"/>
                  <a:pt x="1611101" y="4079318"/>
                </a:cubicBezTo>
                <a:cubicBezTo>
                  <a:pt x="1611101" y="2357705"/>
                  <a:pt x="1041580" y="850004"/>
                  <a:pt x="21961" y="16892"/>
                </a:cubicBezTo>
                <a:lnTo>
                  <a:pt x="0" y="0"/>
                </a:lnTo>
                <a:lnTo>
                  <a:pt x="33433" y="0"/>
                </a:lnTo>
                <a:lnTo>
                  <a:pt x="55394" y="16892"/>
                </a:lnTo>
                <a:cubicBezTo>
                  <a:pt x="1075012" y="850004"/>
                  <a:pt x="1644534" y="2357705"/>
                  <a:pt x="1644534" y="4079318"/>
                </a:cubicBezTo>
                <a:cubicBezTo>
                  <a:pt x="1644534" y="5217633"/>
                  <a:pt x="1125963" y="5903717"/>
                  <a:pt x="470673" y="654244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6ACFB69-D148-449E-AC5A-C55AA20A7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988858" y="0"/>
            <a:ext cx="1461546" cy="6858000"/>
          </a:xfrm>
          <a:custGeom>
            <a:avLst/>
            <a:gdLst>
              <a:gd name="connsiteX0" fmla="*/ 107940 w 1461546"/>
              <a:gd name="connsiteY0" fmla="*/ 6858000 h 6858000"/>
              <a:gd name="connsiteX1" fmla="*/ 91317 w 1461546"/>
              <a:gd name="connsiteY1" fmla="*/ 6858000 h 6858000"/>
              <a:gd name="connsiteX2" fmla="*/ 392141 w 1461546"/>
              <a:gd name="connsiteY2" fmla="*/ 6542447 h 6858000"/>
              <a:gd name="connsiteX3" fmla="*/ 1444924 w 1461546"/>
              <a:gd name="connsiteY3" fmla="*/ 4079318 h 6858000"/>
              <a:gd name="connsiteX4" fmla="*/ 19696 w 1461546"/>
              <a:gd name="connsiteY4" fmla="*/ 16892 h 6858000"/>
              <a:gd name="connsiteX5" fmla="*/ 0 w 1461546"/>
              <a:gd name="connsiteY5" fmla="*/ 0 h 6858000"/>
              <a:gd name="connsiteX6" fmla="*/ 16622 w 1461546"/>
              <a:gd name="connsiteY6" fmla="*/ 0 h 6858000"/>
              <a:gd name="connsiteX7" fmla="*/ 36319 w 1461546"/>
              <a:gd name="connsiteY7" fmla="*/ 16892 h 6858000"/>
              <a:gd name="connsiteX8" fmla="*/ 1461546 w 1461546"/>
              <a:gd name="connsiteY8" fmla="*/ 4079318 h 6858000"/>
              <a:gd name="connsiteX9" fmla="*/ 408763 w 1461546"/>
              <a:gd name="connsiteY9" fmla="*/ 65424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61546" h="6858000">
                <a:moveTo>
                  <a:pt x="107940" y="6858000"/>
                </a:moveTo>
                <a:lnTo>
                  <a:pt x="91317" y="6858000"/>
                </a:lnTo>
                <a:lnTo>
                  <a:pt x="392141" y="6542447"/>
                </a:lnTo>
                <a:cubicBezTo>
                  <a:pt x="979841" y="5903717"/>
                  <a:pt x="1444924" y="5217633"/>
                  <a:pt x="1444924" y="4079318"/>
                </a:cubicBezTo>
                <a:cubicBezTo>
                  <a:pt x="1444924" y="2357705"/>
                  <a:pt x="934146" y="850004"/>
                  <a:pt x="19696" y="16892"/>
                </a:cubicBezTo>
                <a:lnTo>
                  <a:pt x="0" y="0"/>
                </a:lnTo>
                <a:lnTo>
                  <a:pt x="16622" y="0"/>
                </a:lnTo>
                <a:lnTo>
                  <a:pt x="36319" y="16892"/>
                </a:lnTo>
                <a:cubicBezTo>
                  <a:pt x="950768" y="850004"/>
                  <a:pt x="1461546" y="2357705"/>
                  <a:pt x="1461546" y="4079318"/>
                </a:cubicBezTo>
                <a:cubicBezTo>
                  <a:pt x="1461546" y="5217633"/>
                  <a:pt x="996464" y="5903717"/>
                  <a:pt x="408763" y="654244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337D4B-CEA1-0FBD-B827-B6A62FC43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42220"/>
            <a:ext cx="8397987" cy="1345269"/>
          </a:xfrm>
        </p:spPr>
        <p:txBody>
          <a:bodyPr anchor="b">
            <a:normAutofit/>
          </a:bodyPr>
          <a:lstStyle/>
          <a:p>
            <a:r>
              <a:rPr lang="en-US" sz="3000"/>
              <a:t>WHAT IS UNETHICAL IN BUSINESS?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FA6FAF0-2D44-F63A-8186-57A9E33522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4090091"/>
              </p:ext>
            </p:extLst>
          </p:nvPr>
        </p:nvGraphicFramePr>
        <p:xfrm>
          <a:off x="2377439" y="2312988"/>
          <a:ext cx="8312785" cy="34115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3459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533A8-2EF8-0D74-18EC-C1D742BEC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ETHICAL DILEMMAS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4AC18-8F46-5E40-4815-36D215CD5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Ethical dilemmas involve situations where there are conflicting needs between two parties; individual v. organization or organization v. society.</a:t>
            </a:r>
          </a:p>
          <a:p>
            <a:pPr algn="just"/>
            <a:endParaRPr lang="en-US" dirty="0"/>
          </a:p>
          <a:p>
            <a:pPr algn="just"/>
            <a:r>
              <a:rPr lang="en-US" b="1" u="sng" dirty="0"/>
              <a:t>Example -Opening up a new plant overseas.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Save $5 million by not installing standard pollution equipment. If not installed the factory could damage natural habitat and water pollution. But installing it makes it expensive to start operations.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412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56651B3B-2F8A-4E48-BEA0-5D35421CE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Vegan Body Shaming: Analyzing the Evidence - Vegan Feminist NetworkVegan  Feminist Network">
            <a:extLst>
              <a:ext uri="{FF2B5EF4-FFF2-40B4-BE49-F238E27FC236}">
                <a16:creationId xmlns:a16="http://schemas.microsoft.com/office/drawing/2014/main" id="{ABB2F4A1-0C58-3BB9-BF50-48B751599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513691"/>
            <a:ext cx="6278851" cy="1852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Rectangle 1034">
            <a:extLst>
              <a:ext uri="{FF2B5EF4-FFF2-40B4-BE49-F238E27FC236}">
                <a16:creationId xmlns:a16="http://schemas.microsoft.com/office/drawing/2014/main" id="{112839B5-6527-4FE1-B5CA-71D5FFC47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752927"/>
            <a:ext cx="7566298" cy="822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B97471-D8AB-A262-2F99-81F569E37F52}"/>
              </a:ext>
            </a:extLst>
          </p:cNvPr>
          <p:cNvPicPr/>
          <p:nvPr/>
        </p:nvPicPr>
        <p:blipFill rotWithShape="1">
          <a:blip r:embed="rId3"/>
          <a:srcRect l="13943" t="23945" r="39423" b="44413"/>
          <a:stretch/>
        </p:blipFill>
        <p:spPr bwMode="auto">
          <a:xfrm>
            <a:off x="643467" y="3500861"/>
            <a:ext cx="6278852" cy="2396429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37" name="Rectangle 1036">
            <a:extLst>
              <a:ext uri="{FF2B5EF4-FFF2-40B4-BE49-F238E27FC236}">
                <a16:creationId xmlns:a16="http://schemas.microsoft.com/office/drawing/2014/main" id="{BE12D8E2-6088-4997-A8C6-1794DA9E1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66813" y="0"/>
            <a:ext cx="82296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Five ads that took body-shaming to a whole new level | Dazed">
            <a:extLst>
              <a:ext uri="{FF2B5EF4-FFF2-40B4-BE49-F238E27FC236}">
                <a16:creationId xmlns:a16="http://schemas.microsoft.com/office/drawing/2014/main" id="{D8E7D225-AAB9-4A0C-E31F-9DBCBBFA39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36887" y="321735"/>
            <a:ext cx="2526841" cy="3218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9" name="Rectangle 1038">
            <a:extLst>
              <a:ext uri="{FF2B5EF4-FFF2-40B4-BE49-F238E27FC236}">
                <a16:creationId xmlns:a16="http://schemas.microsoft.com/office/drawing/2014/main" id="{FAF10F47-1605-47C5-AE58-9062909A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66299" y="3862989"/>
            <a:ext cx="4625702" cy="822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D8A28D-6581-BF58-CEFB-ABFD28F52C50}"/>
              </a:ext>
            </a:extLst>
          </p:cNvPr>
          <p:cNvPicPr/>
          <p:nvPr/>
        </p:nvPicPr>
        <p:blipFill rotWithShape="1">
          <a:blip r:embed="rId5"/>
          <a:srcRect l="24039" t="20240" r="33654" b="19612"/>
          <a:stretch/>
        </p:blipFill>
        <p:spPr bwMode="auto">
          <a:xfrm>
            <a:off x="8366376" y="4267009"/>
            <a:ext cx="2667600" cy="2133300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074067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No photo description available.">
            <a:extLst>
              <a:ext uri="{FF2B5EF4-FFF2-40B4-BE49-F238E27FC236}">
                <a16:creationId xmlns:a16="http://schemas.microsoft.com/office/drawing/2014/main" id="{B92725A9-DEED-AF2D-5F59-D0649B3F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4632" y="1227728"/>
            <a:ext cx="3517119" cy="4396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65" name="Straight Connector 2064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60" name="Picture 12" descr="An Artist Recreated Ads From the 1950s With the Gender Roles Reversed">
            <a:extLst>
              <a:ext uri="{FF2B5EF4-FFF2-40B4-BE49-F238E27FC236}">
                <a16:creationId xmlns:a16="http://schemas.microsoft.com/office/drawing/2014/main" id="{F575C991-145B-8501-55FB-F343602725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10676" y="2099423"/>
            <a:ext cx="3537345" cy="2653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67" name="Straight Connector 2066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2A51162-686E-ECC3-F8AF-427041BC04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2336" y="1658531"/>
            <a:ext cx="3517120" cy="3534793"/>
          </a:xfrm>
          <a:prstGeom prst="rect">
            <a:avLst/>
          </a:prstGeom>
        </p:spPr>
      </p:pic>
      <p:sp>
        <p:nvSpPr>
          <p:cNvPr id="4" name="AutoShape 4" descr="Harmful” gender stereotypes in UK advertising to be more closely regulated">
            <a:extLst>
              <a:ext uri="{FF2B5EF4-FFF2-40B4-BE49-F238E27FC236}">
                <a16:creationId xmlns:a16="http://schemas.microsoft.com/office/drawing/2014/main" id="{5A57A7EA-2168-D827-557D-730D471A0B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14">
            <a:extLst>
              <a:ext uri="{FF2B5EF4-FFF2-40B4-BE49-F238E27FC236}">
                <a16:creationId xmlns:a16="http://schemas.microsoft.com/office/drawing/2014/main" id="{E85FA7AD-B71C-4205-F38D-E8F2FB2766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884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Pin on Stop Traffiking and Slavery">
            <a:extLst>
              <a:ext uri="{FF2B5EF4-FFF2-40B4-BE49-F238E27FC236}">
                <a16:creationId xmlns:a16="http://schemas.microsoft.com/office/drawing/2014/main" id="{A810ABBE-E848-5C2E-A844-89B349B8F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56867" y="1656292"/>
            <a:ext cx="5291666" cy="3545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Twitter unearths Beyoncé's Ivy Park articles on how they paid labourers 64  cents an hour in factories-Entertainment News , Firstpost">
            <a:extLst>
              <a:ext uri="{FF2B5EF4-FFF2-40B4-BE49-F238E27FC236}">
                <a16:creationId xmlns:a16="http://schemas.microsoft.com/office/drawing/2014/main" id="{94CDD194-A239-D31B-7F96-D69621054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1940719"/>
            <a:ext cx="5291667" cy="2976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0236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5" name="Rectangle 4104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33 Powerful Animal Ads That Tell The Uncomfortable Truth | Bored Panda">
            <a:extLst>
              <a:ext uri="{FF2B5EF4-FFF2-40B4-BE49-F238E27FC236}">
                <a16:creationId xmlns:a16="http://schemas.microsoft.com/office/drawing/2014/main" id="{18AB2AE8-0313-C1EE-0D89-7E4585CE01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52827" y="643467"/>
            <a:ext cx="3899746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33 Powerful Animal Ads That Tell The Uncomfortable Truth | Bored Panda">
            <a:extLst>
              <a:ext uri="{FF2B5EF4-FFF2-40B4-BE49-F238E27FC236}">
                <a16:creationId xmlns:a16="http://schemas.microsoft.com/office/drawing/2014/main" id="{051D0933-8734-13BD-B452-A65A6B5A26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1695979"/>
            <a:ext cx="5291667" cy="3466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7764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349E6-A819-98C6-E568-6F588F685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ETHICAL DOMAIN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908A1-5406-7F5F-D318-C06D8809C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0" y="2597412"/>
            <a:ext cx="8770571" cy="3651504"/>
          </a:xfrm>
        </p:spPr>
        <p:txBody>
          <a:bodyPr>
            <a:noAutofit/>
          </a:bodyPr>
          <a:lstStyle/>
          <a:p>
            <a:pPr algn="just"/>
            <a:endParaRPr lang="en-US" sz="1400" dirty="0"/>
          </a:p>
          <a:p>
            <a:pPr algn="just"/>
            <a:endParaRPr lang="en-US" sz="1400" dirty="0"/>
          </a:p>
          <a:p>
            <a:pPr algn="just"/>
            <a:endParaRPr lang="en-US" sz="1400" dirty="0"/>
          </a:p>
          <a:p>
            <a:pPr algn="just"/>
            <a:r>
              <a:rPr lang="en-US" sz="1400" dirty="0"/>
              <a:t>Codified law is the legal framework of a country </a:t>
            </a:r>
          </a:p>
          <a:p>
            <a:pPr algn="just"/>
            <a:r>
              <a:rPr lang="en-US" sz="1400" dirty="0"/>
              <a:t>Law does not cover all aspects; whereby certain choices are made based on ethics (one’s understanding of what is right or wrong)</a:t>
            </a:r>
          </a:p>
          <a:p>
            <a:pPr algn="just"/>
            <a:endParaRPr lang="en-US" sz="1400" dirty="0"/>
          </a:p>
          <a:p>
            <a:pPr algn="just"/>
            <a:r>
              <a:rPr lang="en-US" sz="1400" dirty="0"/>
              <a:t>Enron manipulated its financial records- illegal</a:t>
            </a:r>
          </a:p>
          <a:p>
            <a:pPr algn="just"/>
            <a:r>
              <a:rPr lang="en-US" sz="1400" dirty="0"/>
              <a:t>Enron encouraged employees to buy shares even when directors knew that the Company was going to go bankrupt- unethical</a:t>
            </a:r>
          </a:p>
          <a:p>
            <a:pPr algn="just"/>
            <a:endParaRPr lang="en-US" sz="14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8C58630-06BF-105F-09E1-06B2D2EFDF23}"/>
              </a:ext>
            </a:extLst>
          </p:cNvPr>
          <p:cNvGrpSpPr/>
          <p:nvPr/>
        </p:nvGrpSpPr>
        <p:grpSpPr>
          <a:xfrm>
            <a:off x="2419325" y="2321531"/>
            <a:ext cx="7772400" cy="1295977"/>
            <a:chOff x="762000" y="1523423"/>
            <a:chExt cx="7772400" cy="129597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C5936BE-B711-BE3D-DD19-5A2F403EA5B0}"/>
                </a:ext>
              </a:extLst>
            </p:cNvPr>
            <p:cNvSpPr/>
            <p:nvPr/>
          </p:nvSpPr>
          <p:spPr>
            <a:xfrm>
              <a:off x="762000" y="1828800"/>
              <a:ext cx="190500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sz="2000" dirty="0">
                  <a:latin typeface="Times New Roman" pitchFamily="18" charset="0"/>
                  <a:cs typeface="Times New Roman" pitchFamily="18" charset="0"/>
                </a:rPr>
                <a:t>Domain of Codified Law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31C64AD-BCEB-DD7A-BD01-2E5EBD66C18E}"/>
                </a:ext>
              </a:extLst>
            </p:cNvPr>
            <p:cNvSpPr/>
            <p:nvPr/>
          </p:nvSpPr>
          <p:spPr>
            <a:xfrm>
              <a:off x="3657600" y="1828800"/>
              <a:ext cx="190500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sz="2000" dirty="0">
                  <a:latin typeface="Times New Roman" pitchFamily="18" charset="0"/>
                  <a:cs typeface="Times New Roman" pitchFamily="18" charset="0"/>
                </a:rPr>
                <a:t>Domain of Ethics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457543A-6FFA-783B-ED7C-30BC892A1FB0}"/>
                </a:ext>
              </a:extLst>
            </p:cNvPr>
            <p:cNvSpPr/>
            <p:nvPr/>
          </p:nvSpPr>
          <p:spPr>
            <a:xfrm>
              <a:off x="6629400" y="1828800"/>
              <a:ext cx="190500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sz="2000" dirty="0">
                  <a:latin typeface="Times New Roman" pitchFamily="18" charset="0"/>
                  <a:cs typeface="Times New Roman" pitchFamily="18" charset="0"/>
                </a:rPr>
                <a:t>Domain of Free choice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1833AA8-DEA5-12F2-BFA8-22FBCA225D26}"/>
                </a:ext>
              </a:extLst>
            </p:cNvPr>
            <p:cNvCxnSpPr/>
            <p:nvPr/>
          </p:nvCxnSpPr>
          <p:spPr>
            <a:xfrm>
              <a:off x="838200" y="1523423"/>
              <a:ext cx="7543800" cy="1588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84571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15BC3-5AA3-54C4-56C5-E37E4D302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SHAPING ETHICAL BEHAVIOR WITHIN AN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A59E6-64E1-1948-A5E8-BB5E87D5B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endParaRPr lang="en-US" dirty="0"/>
          </a:p>
          <a:p>
            <a:pPr algn="just"/>
            <a:r>
              <a:rPr lang="en-US" b="1" dirty="0"/>
              <a:t>Written code of ethics</a:t>
            </a:r>
          </a:p>
          <a:p>
            <a:pPr algn="just"/>
            <a:r>
              <a:rPr lang="en-US" dirty="0"/>
              <a:t>Formal statement of the Company’s values concerning ethics and social issues.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Creating ethical structures</a:t>
            </a:r>
          </a:p>
          <a:p>
            <a:pPr algn="just"/>
            <a:r>
              <a:rPr lang="en-US" dirty="0"/>
              <a:t> Various systems, positions, and programs a company can undertake to implement ethical </a:t>
            </a:r>
            <a:r>
              <a:rPr lang="en-US" dirty="0" err="1"/>
              <a:t>behaviour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Ex- ethics committee, ethics officer, ethics hotline, ethics training and chief ethics officer.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037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15BC3-5AA3-54C4-56C5-E37E4D302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SHAPING ETHICAL BEHAVIOR WITHIN AN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A59E6-64E1-1948-A5E8-BB5E87D5B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0" y="2312276"/>
            <a:ext cx="8770571" cy="4103504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Creating an environment conducive for whistle-blowing</a:t>
            </a:r>
          </a:p>
          <a:p>
            <a:pPr algn="just"/>
            <a:r>
              <a:rPr lang="en-US" dirty="0"/>
              <a:t>Whistle-blowing occurs when employees reveal illegal, immoral or illegitimate practices of the employer.</a:t>
            </a:r>
          </a:p>
          <a:p>
            <a:pPr algn="just"/>
            <a:r>
              <a:rPr lang="en-US" dirty="0"/>
              <a:t>Ex- Ethical hotlines at Dell 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Ethical leadership</a:t>
            </a:r>
          </a:p>
          <a:p>
            <a:pPr algn="just"/>
            <a:r>
              <a:rPr lang="en-US" dirty="0"/>
              <a:t>Managers are honest, fair in their dealings and behaves ethically in both their personal and professional lives.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753463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LinesVTI">
  <a:themeElements>
    <a:clrScheme name="AnalogousFromLightSeedRightStep">
      <a:dk1>
        <a:srgbClr val="000000"/>
      </a:dk1>
      <a:lt1>
        <a:srgbClr val="FFFFFF"/>
      </a:lt1>
      <a:dk2>
        <a:srgbClr val="34381F"/>
      </a:dk2>
      <a:lt2>
        <a:srgbClr val="E2E6E8"/>
      </a:lt2>
      <a:accent1>
        <a:srgbClr val="E88A60"/>
      </a:accent1>
      <a:accent2>
        <a:srgbClr val="C19D3C"/>
      </a:accent2>
      <a:accent3>
        <a:srgbClr val="9DA952"/>
      </a:accent3>
      <a:accent4>
        <a:srgbClr val="73B440"/>
      </a:accent4>
      <a:accent5>
        <a:srgbClr val="3ABB37"/>
      </a:accent5>
      <a:accent6>
        <a:srgbClr val="3CB96D"/>
      </a:accent6>
      <a:hlink>
        <a:srgbClr val="5E899D"/>
      </a:hlink>
      <a:folHlink>
        <a:srgbClr val="7F7F7F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417</Words>
  <Application>Microsoft Office PowerPoint</Application>
  <PresentationFormat>Widescreen</PresentationFormat>
  <Paragraphs>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Meiryo</vt:lpstr>
      <vt:lpstr>Corbel</vt:lpstr>
      <vt:lpstr>Times New Roman</vt:lpstr>
      <vt:lpstr>SketchLinesVTI</vt:lpstr>
      <vt:lpstr>BUSINESS ETHICS &amp; SOCIAL RESPONSIBILITY</vt:lpstr>
      <vt:lpstr>DEFINING ETHICS</vt:lpstr>
      <vt:lpstr>WHAT IS UNETHICAL IN BUSINESS? </vt:lpstr>
      <vt:lpstr>WHAT IS UNETHICAL IN BUSINESS? </vt:lpstr>
      <vt:lpstr>ETHICAL DILEMMAS </vt:lpstr>
      <vt:lpstr>PowerPoint Presentation</vt:lpstr>
      <vt:lpstr>PowerPoint Presentation</vt:lpstr>
      <vt:lpstr>PowerPoint Presentation</vt:lpstr>
      <vt:lpstr>PowerPoint Presentation</vt:lpstr>
      <vt:lpstr>ETHICAL DOMAIN</vt:lpstr>
      <vt:lpstr>SHAPING ETHICAL BEHAVIOR WITHIN AN ORGANIZATION</vt:lpstr>
      <vt:lpstr>SHAPING ETHICAL BEHAVIOR WITHIN AN ORGANIZATION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ETHICS &amp; SOCIAL RESPONSIBILITY</dc:title>
  <dc:creator>Janith Iddawala</dc:creator>
  <cp:lastModifiedBy>Janith Iddawala</cp:lastModifiedBy>
  <cp:revision>5</cp:revision>
  <dcterms:created xsi:type="dcterms:W3CDTF">2022-11-01T04:39:35Z</dcterms:created>
  <dcterms:modified xsi:type="dcterms:W3CDTF">2023-07-25T08:52:35Z</dcterms:modified>
</cp:coreProperties>
</file>